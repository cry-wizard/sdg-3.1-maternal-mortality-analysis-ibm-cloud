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9.png" ContentType="image/png"/>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576000" y="729720"/>
            <a:ext cx="11029320" cy="591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Franklin Gothic Book"/>
            </a:endParaRPr>
          </a:p>
        </p:txBody>
      </p:sp>
      <p:sp>
        <p:nvSpPr>
          <p:cNvPr id="1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6CB7E84-C3AF-4952-8CD0-5472E240460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AADED5C-A193-4308-905B-79B92441890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BBCE4EF-977F-4AEF-B8CC-B8DEDB61C14D}"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576000" y="729720"/>
            <a:ext cx="11029320" cy="591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Franklin Gothic Book"/>
            </a:endParaRPr>
          </a:p>
        </p:txBody>
      </p:sp>
      <p:sp>
        <p:nvSpPr>
          <p:cNvPr id="4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10000"/>
              </a:lnSpc>
              <a:spcBef>
                <a:spcPts val="1417"/>
              </a:spcBef>
              <a:buNone/>
            </a:pPr>
            <a:endParaRPr b="0" lang="en-US" sz="1700" spc="-1" strike="noStrike">
              <a:solidFill>
                <a:schemeClr val="dk1">
                  <a:lumMod val="75000"/>
                  <a:lumOff val="25000"/>
                </a:schemeClr>
              </a:solidFill>
              <a:latin typeface="Franklin Gothic Book"/>
            </a:endParaRPr>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
        <p:nvSpPr>
          <p:cNvPr id="3" name="PlaceHolder 2"/>
          <p:cNvSpPr>
            <a:spLocks noGrp="1"/>
          </p:cNvSpPr>
          <p:nvPr>
            <p:ph type="sldNum" idx="13"/>
          </p:nvPr>
        </p:nvSpPr>
        <p:spPr/>
        <p:txBody>
          <a:bodyPr/>
          <a:p>
            <a:fld id="{9E0E81A2-3D25-400C-B4F0-30C4BE2E5B2B}" type="slidenum">
              <a:t>&lt;#&gt;</a:t>
            </a:fld>
          </a:p>
        </p:txBody>
      </p:sp>
      <p:sp>
        <p:nvSpPr>
          <p:cNvPr id="4" name="PlaceHolder 3"/>
          <p:cNvSpPr>
            <a:spLocks noGrp="1"/>
          </p:cNvSpPr>
          <p:nvPr>
            <p:ph type="dt" idx="1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76000" y="729720"/>
            <a:ext cx="11029320" cy="591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Franklin Gothic Book"/>
            </a:endParaRPr>
          </a:p>
        </p:txBody>
      </p:sp>
      <p:sp>
        <p:nvSpPr>
          <p:cNvPr id="6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110000"/>
              </a:lnSpc>
              <a:spcBef>
                <a:spcPts val="1417"/>
              </a:spcBef>
              <a:buNone/>
            </a:pPr>
            <a:endParaRPr b="0" lang="en-US" sz="1700" spc="-1" strike="noStrike">
              <a:solidFill>
                <a:schemeClr val="dk1">
                  <a:lumMod val="75000"/>
                  <a:lumOff val="25000"/>
                </a:schemeClr>
              </a:solidFill>
              <a:latin typeface="Franklin Gothic Book"/>
            </a:endParaRPr>
          </a:p>
        </p:txBody>
      </p:sp>
      <p:sp>
        <p:nvSpPr>
          <p:cNvPr id="6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110000"/>
              </a:lnSpc>
              <a:spcBef>
                <a:spcPts val="1417"/>
              </a:spcBef>
              <a:buNone/>
            </a:pPr>
            <a:endParaRPr b="0" lang="en-US" sz="1700" spc="-1" strike="noStrike">
              <a:solidFill>
                <a:schemeClr val="dk1">
                  <a:lumMod val="75000"/>
                  <a:lumOff val="25000"/>
                </a:schemeClr>
              </a:solidFill>
              <a:latin typeface="Franklin Gothic Book"/>
            </a:endParaRPr>
          </a:p>
        </p:txBody>
      </p:sp>
      <p:sp>
        <p:nvSpPr>
          <p:cNvPr id="5" name="PlaceHolder 4"/>
          <p:cNvSpPr>
            <a:spLocks noGrp="1"/>
          </p:cNvSpPr>
          <p:nvPr>
            <p:ph type="ftr" idx="15"/>
          </p:nvPr>
        </p:nvSpPr>
        <p:spPr/>
        <p:txBody>
          <a:bodyPr/>
          <a:p>
            <a:r>
              <a:t>Footer</a:t>
            </a:r>
          </a:p>
        </p:txBody>
      </p:sp>
      <p:sp>
        <p:nvSpPr>
          <p:cNvPr id="6" name="PlaceHolder 5"/>
          <p:cNvSpPr>
            <a:spLocks noGrp="1"/>
          </p:cNvSpPr>
          <p:nvPr>
            <p:ph type="sldNum" idx="16"/>
          </p:nvPr>
        </p:nvSpPr>
        <p:spPr/>
        <p:txBody>
          <a:bodyPr/>
          <a:p>
            <a:fld id="{0734A2EC-9259-422F-9285-D89D28F2CEBE}" type="slidenum">
              <a:t>&lt;#&gt;</a:t>
            </a:fld>
          </a:p>
        </p:txBody>
      </p:sp>
      <p:sp>
        <p:nvSpPr>
          <p:cNvPr id="7" name="PlaceHolder 6"/>
          <p:cNvSpPr>
            <a:spLocks noGrp="1"/>
          </p:cNvSpPr>
          <p:nvPr>
            <p:ph type="dt" idx="14"/>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
        <p:nvSpPr>
          <p:cNvPr id="3" name="PlaceHolder 2"/>
          <p:cNvSpPr>
            <a:spLocks noGrp="1"/>
          </p:cNvSpPr>
          <p:nvPr>
            <p:ph type="sldNum" idx="19"/>
          </p:nvPr>
        </p:nvSpPr>
        <p:spPr/>
        <p:txBody>
          <a:bodyPr/>
          <a:p>
            <a:fld id="{C9EBC52C-2D96-4B37-86A0-6A65BB815651}" type="slidenum">
              <a:t>&lt;#&gt;</a:t>
            </a:fld>
          </a:p>
        </p:txBody>
      </p:sp>
      <p:sp>
        <p:nvSpPr>
          <p:cNvPr id="4" name="PlaceHolder 3"/>
          <p:cNvSpPr>
            <a:spLocks noGrp="1"/>
          </p:cNvSpPr>
          <p:nvPr>
            <p:ph type="dt" idx="17"/>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7" name="PlaceHolder 1"/>
          <p:cNvSpPr>
            <a:spLocks noGrp="1"/>
          </p:cNvSpPr>
          <p:nvPr>
            <p:ph type="title"/>
          </p:nvPr>
        </p:nvSpPr>
        <p:spPr>
          <a:xfrm>
            <a:off x="576000" y="729720"/>
            <a:ext cx="11029320" cy="591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Franklin Gothic Book"/>
            </a:endParaRPr>
          </a:p>
        </p:txBody>
      </p:sp>
      <p:sp>
        <p:nvSpPr>
          <p:cNvPr id="3" name="PlaceHolder 2"/>
          <p:cNvSpPr>
            <a:spLocks noGrp="1"/>
          </p:cNvSpPr>
          <p:nvPr>
            <p:ph type="ftr" idx="21"/>
          </p:nvPr>
        </p:nvSpPr>
        <p:spPr/>
        <p:txBody>
          <a:bodyPr/>
          <a:p>
            <a:r>
              <a:t>Footer</a:t>
            </a:r>
          </a:p>
        </p:txBody>
      </p:sp>
      <p:sp>
        <p:nvSpPr>
          <p:cNvPr id="4" name="PlaceHolder 3"/>
          <p:cNvSpPr>
            <a:spLocks noGrp="1"/>
          </p:cNvSpPr>
          <p:nvPr>
            <p:ph type="sldNum" idx="22"/>
          </p:nvPr>
        </p:nvSpPr>
        <p:spPr/>
        <p:txBody>
          <a:bodyPr/>
          <a:p>
            <a:fld id="{184440E3-4809-4A29-A3EA-3B82D64ADC54}" type="slidenum">
              <a:t>&lt;#&gt;</a:t>
            </a:fld>
          </a:p>
        </p:txBody>
      </p:sp>
      <p:sp>
        <p:nvSpPr>
          <p:cNvPr id="5" name="PlaceHolder 4"/>
          <p:cNvSpPr>
            <a:spLocks noGrp="1"/>
          </p:cNvSpPr>
          <p:nvPr>
            <p:ph type="dt" idx="20"/>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4"/>
          </p:nvPr>
        </p:nvSpPr>
        <p:spPr/>
        <p:txBody>
          <a:bodyPr/>
          <a:p>
            <a:r>
              <a:t>Footer</a:t>
            </a:r>
          </a:p>
        </p:txBody>
      </p:sp>
      <p:sp>
        <p:nvSpPr>
          <p:cNvPr id="3" name="PlaceHolder 2"/>
          <p:cNvSpPr>
            <a:spLocks noGrp="1"/>
          </p:cNvSpPr>
          <p:nvPr>
            <p:ph type="sldNum" idx="25"/>
          </p:nvPr>
        </p:nvSpPr>
        <p:spPr/>
        <p:txBody>
          <a:bodyPr/>
          <a:p>
            <a:fld id="{F6990A14-51C4-451D-AE61-5EA524D041BD}" type="slidenum">
              <a:t>&lt;#&gt;</a:t>
            </a:fld>
          </a:p>
        </p:txBody>
      </p:sp>
      <p:sp>
        <p:nvSpPr>
          <p:cNvPr id="4" name="PlaceHolder 3"/>
          <p:cNvSpPr>
            <a:spLocks noGrp="1"/>
          </p:cNvSpPr>
          <p:nvPr>
            <p:ph type="dt" idx="2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7"/>
          </p:nvPr>
        </p:nvSpPr>
        <p:spPr/>
        <p:txBody>
          <a:bodyPr/>
          <a:p>
            <a:r>
              <a:t>Footer</a:t>
            </a:r>
          </a:p>
        </p:txBody>
      </p:sp>
      <p:sp>
        <p:nvSpPr>
          <p:cNvPr id="3" name="PlaceHolder 2"/>
          <p:cNvSpPr>
            <a:spLocks noGrp="1"/>
          </p:cNvSpPr>
          <p:nvPr>
            <p:ph type="sldNum" idx="28"/>
          </p:nvPr>
        </p:nvSpPr>
        <p:spPr/>
        <p:txBody>
          <a:bodyPr/>
          <a:p>
            <a:fld id="{457CC586-D108-4F5D-85ED-278ACD45AA2F}" type="slidenum">
              <a:t>&lt;#&gt;</a:t>
            </a:fld>
          </a:p>
        </p:txBody>
      </p:sp>
      <p:sp>
        <p:nvSpPr>
          <p:cNvPr id="4" name="PlaceHolder 3"/>
          <p:cNvSpPr>
            <a:spLocks noGrp="1"/>
          </p:cNvSpPr>
          <p:nvPr>
            <p:ph type="dt" idx="26"/>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0"/>
          </p:nvPr>
        </p:nvSpPr>
        <p:spPr/>
        <p:txBody>
          <a:bodyPr/>
          <a:p>
            <a:r>
              <a:t>Footer</a:t>
            </a:r>
          </a:p>
        </p:txBody>
      </p:sp>
      <p:sp>
        <p:nvSpPr>
          <p:cNvPr id="3" name="PlaceHolder 2"/>
          <p:cNvSpPr>
            <a:spLocks noGrp="1"/>
          </p:cNvSpPr>
          <p:nvPr>
            <p:ph type="sldNum" idx="31"/>
          </p:nvPr>
        </p:nvSpPr>
        <p:spPr/>
        <p:txBody>
          <a:bodyPr/>
          <a:p>
            <a:fld id="{607193A5-CF02-4E76-92E2-4D9777279ECC}" type="slidenum">
              <a:t>&lt;#&gt;</a:t>
            </a:fld>
          </a:p>
        </p:txBody>
      </p:sp>
      <p:sp>
        <p:nvSpPr>
          <p:cNvPr id="4" name="PlaceHolder 3"/>
          <p:cNvSpPr>
            <a:spLocks noGrp="1"/>
          </p:cNvSpPr>
          <p:nvPr>
            <p:ph type="dt" idx="2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3"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4" name="Rectangle 6"/>
          <p:cNvSpPr/>
          <p:nvPr/>
        </p:nvSpPr>
        <p:spPr>
          <a:xfrm>
            <a:off x="446400" y="3085920"/>
            <a:ext cx="11298600" cy="333792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 name="PlaceHolder 1"/>
          <p:cNvSpPr>
            <a:spLocks noGrp="1"/>
          </p:cNvSpPr>
          <p:nvPr>
            <p:ph type="title"/>
          </p:nvPr>
        </p:nvSpPr>
        <p:spPr>
          <a:xfrm>
            <a:off x="581040" y="1020600"/>
            <a:ext cx="10993320" cy="1474560"/>
          </a:xfrm>
          <a:prstGeom prst="rect">
            <a:avLst/>
          </a:prstGeom>
          <a:noFill/>
          <a:ln w="0">
            <a:noFill/>
          </a:ln>
        </p:spPr>
        <p:txBody>
          <a:bodyPr lIns="91440" rIns="91440" tIns="45720" bIns="45720" anchor="b">
            <a:normAutofit/>
          </a:bodyPr>
          <a:p>
            <a:pPr indent="0" defTabSz="457200">
              <a:lnSpc>
                <a:spcPct val="100000"/>
              </a:lnSpc>
              <a:buNone/>
            </a:pPr>
            <a:r>
              <a:rPr b="0" lang="en-US" sz="3600" spc="-1" strike="noStrike" cap="all">
                <a:solidFill>
                  <a:schemeClr val="dk1">
                    <a:lumMod val="75000"/>
                    <a:lumOff val="25000"/>
                  </a:schemeClr>
                </a:solidFill>
                <a:latin typeface="Franklin Gothic Demi"/>
              </a:rPr>
              <a:t>Click to edit Master title style</a:t>
            </a:r>
            <a:endParaRPr b="0" lang="en-US" sz="3600" spc="-1" strike="noStrike">
              <a:solidFill>
                <a:schemeClr val="dk1"/>
              </a:solidFill>
              <a:latin typeface="Franklin Gothic Book"/>
            </a:endParaRPr>
          </a:p>
        </p:txBody>
      </p:sp>
      <p:sp>
        <p:nvSpPr>
          <p:cNvPr id="6" name="PlaceHolder 2"/>
          <p:cNvSpPr>
            <a:spLocks noGrp="1"/>
          </p:cNvSpPr>
          <p:nvPr>
            <p:ph type="dt" idx="1"/>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7" name="PlaceHolder 3"/>
          <p:cNvSpPr>
            <a:spLocks noGrp="1"/>
          </p:cNvSpPr>
          <p:nvPr>
            <p:ph type="ftr" idx="2"/>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4"/>
          <p:cNvSpPr>
            <a:spLocks noGrp="1"/>
          </p:cNvSpPr>
          <p:nvPr>
            <p:ph type="sldNum" idx="3"/>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281DE7C6-1A7C-4C13-AC2D-BB9AC9FF1ACE}"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
        <p:nvSpPr>
          <p:cNvPr id="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10000"/>
              </a:lnSpc>
              <a:spcBef>
                <a:spcPts val="1417"/>
              </a:spcBef>
              <a:buClr>
                <a:srgbClr val="000000"/>
              </a:buClr>
              <a:buSzPct val="45000"/>
              <a:buFont typeface="Wingdings" charset="2"/>
              <a:buChar char=""/>
            </a:pPr>
            <a:r>
              <a:rPr b="0" lang="en-US" sz="1700" spc="-1" strike="noStrike">
                <a:solidFill>
                  <a:schemeClr val="dk1">
                    <a:lumMod val="75000"/>
                    <a:lumOff val="25000"/>
                  </a:schemeClr>
                </a:solidFill>
                <a:latin typeface="Franklin Gothic Book"/>
              </a:rPr>
              <a:t>Click to edit the outline text format</a:t>
            </a:r>
            <a:endParaRPr b="0" lang="en-US" sz="1700" spc="-1" strike="noStrike">
              <a:solidFill>
                <a:schemeClr val="dk1">
                  <a:lumMod val="75000"/>
                  <a:lumOff val="25000"/>
                </a:schemeClr>
              </a:solidFill>
              <a:latin typeface="Franklin Gothic Book"/>
            </a:endParaRPr>
          </a:p>
          <a:p>
            <a:pPr lvl="1" marL="864000" indent="-324000">
              <a:spcBef>
                <a:spcPts val="1134"/>
              </a:spcBef>
              <a:buClr>
                <a:srgbClr val="000000"/>
              </a:buClr>
              <a:buSzPct val="75000"/>
              <a:buFont typeface="Symbol" charset="2"/>
              <a:buChar char=""/>
            </a:pPr>
            <a:r>
              <a:rPr b="0" lang="en-US" sz="1300" spc="-1" strike="noStrike">
                <a:solidFill>
                  <a:schemeClr val="dk1">
                    <a:lumMod val="75000"/>
                    <a:lumOff val="25000"/>
                  </a:schemeClr>
                </a:solidFill>
                <a:latin typeface="Franklin Gothic Book"/>
              </a:rPr>
              <a:t>Second Outline Level</a:t>
            </a:r>
            <a:endParaRPr b="0" lang="en-US" sz="1300" spc="-1" strike="noStrike">
              <a:solidFill>
                <a:schemeClr val="dk1">
                  <a:lumMod val="75000"/>
                  <a:lumOff val="25000"/>
                </a:schemeClr>
              </a:solidFill>
              <a:latin typeface="Franklin Gothic Book"/>
            </a:endParaRPr>
          </a:p>
          <a:p>
            <a:pPr lvl="2" marL="1296000" indent="-288000">
              <a:spcBef>
                <a:spcPts val="850"/>
              </a:spcBef>
              <a:buClr>
                <a:srgbClr val="000000"/>
              </a:buClr>
              <a:buSzPct val="45000"/>
              <a:buFont typeface="Wingdings" charset="2"/>
              <a:buChar char=""/>
            </a:pPr>
            <a:r>
              <a:rPr b="0" lang="en-US" sz="1100" spc="-1" strike="noStrike">
                <a:solidFill>
                  <a:schemeClr val="dk1">
                    <a:lumMod val="75000"/>
                    <a:lumOff val="25000"/>
                  </a:schemeClr>
                </a:solidFill>
                <a:latin typeface="Franklin Gothic Book"/>
              </a:rPr>
              <a:t>Third Outline Level</a:t>
            </a:r>
            <a:endParaRPr b="0" lang="en-US" sz="1100" spc="-1" strike="noStrike">
              <a:solidFill>
                <a:schemeClr val="dk1">
                  <a:lumMod val="75000"/>
                  <a:lumOff val="25000"/>
                </a:schemeClr>
              </a:solidFill>
              <a:latin typeface="Franklin Gothic Book"/>
            </a:endParaRPr>
          </a:p>
          <a:p>
            <a:pPr lvl="3" marL="1728000" indent="-216000">
              <a:spcBef>
                <a:spcPts val="567"/>
              </a:spcBef>
              <a:buClr>
                <a:srgbClr val="000000"/>
              </a:buClr>
              <a:buSzPct val="75000"/>
              <a:buFont typeface="Symbol" charset="2"/>
              <a:buChar char=""/>
            </a:pPr>
            <a:r>
              <a:rPr b="0" lang="en-US" sz="1100" spc="-1" strike="noStrike">
                <a:solidFill>
                  <a:schemeClr val="dk1">
                    <a:lumMod val="75000"/>
                    <a:lumOff val="25000"/>
                  </a:schemeClr>
                </a:solidFill>
                <a:latin typeface="Franklin Gothic Book"/>
              </a:rPr>
              <a:t>Fourth Outline Level</a:t>
            </a:r>
            <a:endParaRPr b="0" lang="en-US" sz="1100" spc="-1" strike="noStrike">
              <a:solidFill>
                <a:schemeClr val="dk1">
                  <a:lumMod val="75000"/>
                  <a:lumOff val="25000"/>
                </a:schemeClr>
              </a:solidFill>
              <a:latin typeface="Franklin Gothic Book"/>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Franklin Gothic Book"/>
              </a:rPr>
              <a:t>Fifth Outline Level</a:t>
            </a:r>
            <a:endParaRPr b="0" lang="en-US" sz="2000" spc="-1" strike="noStrike">
              <a:solidFill>
                <a:schemeClr val="dk1">
                  <a:lumMod val="75000"/>
                  <a:lumOff val="25000"/>
                </a:schemeClr>
              </a:solidFill>
              <a:latin typeface="Franklin Gothic Book"/>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Franklin Gothic Book"/>
              </a:rPr>
              <a:t>Sixth Outline Level</a:t>
            </a:r>
            <a:endParaRPr b="0" lang="en-US" sz="2000" spc="-1" strike="noStrike">
              <a:solidFill>
                <a:schemeClr val="dk1">
                  <a:lumMod val="75000"/>
                  <a:lumOff val="25000"/>
                </a:schemeClr>
              </a:solidFill>
              <a:latin typeface="Franklin Gothic Book"/>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Franklin Gothic Book"/>
              </a:rPr>
              <a:t>Seventh Outline Level</a:t>
            </a:r>
            <a:endParaRPr b="0" lang="en-US" sz="2000" spc="-1" strike="noStrike">
              <a:solidFill>
                <a:schemeClr val="dk1">
                  <a:lumMod val="75000"/>
                  <a:lumOff val="25000"/>
                </a:schemeClr>
              </a:solidFill>
              <a:latin typeface="Franklin Gothic Book"/>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4"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15"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16" name="PlaceHolder 1"/>
          <p:cNvSpPr>
            <a:spLocks noGrp="1"/>
          </p:cNvSpPr>
          <p:nvPr>
            <p:ph type="title"/>
          </p:nvPr>
        </p:nvSpPr>
        <p:spPr>
          <a:xfrm>
            <a:off x="581040" y="702000"/>
            <a:ext cx="11029320" cy="101340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dk1">
                    <a:lumMod val="75000"/>
                    <a:lumOff val="25000"/>
                  </a:schemeClr>
                </a:solidFill>
                <a:latin typeface="Franklin Gothic Demi"/>
              </a:rPr>
              <a:t>Click to edit Master title style</a:t>
            </a:r>
            <a:endParaRPr b="0" lang="en-US" sz="2800" spc="-1" strike="noStrike">
              <a:solidFill>
                <a:schemeClr val="dk1"/>
              </a:solidFill>
              <a:latin typeface="Franklin Gothic Book"/>
            </a:endParaRPr>
          </a:p>
        </p:txBody>
      </p:sp>
      <p:sp>
        <p:nvSpPr>
          <p:cNvPr id="17" name="PlaceHolder 2"/>
          <p:cNvSpPr>
            <a:spLocks noGrp="1"/>
          </p:cNvSpPr>
          <p:nvPr>
            <p:ph type="body"/>
          </p:nvPr>
        </p:nvSpPr>
        <p:spPr>
          <a:xfrm>
            <a:off x="581040" y="1415160"/>
            <a:ext cx="11029320" cy="4572360"/>
          </a:xfrm>
          <a:prstGeom prst="rect">
            <a:avLst/>
          </a:prstGeom>
          <a:noFill/>
          <a:ln w="0">
            <a:noFill/>
          </a:ln>
        </p:spPr>
        <p:txBody>
          <a:bodyPr lIns="91440" rIns="91440" tIns="45720" bIns="45720" anchor="t" vert="eaVert">
            <a:no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18" name="PlaceHolder 3"/>
          <p:cNvSpPr>
            <a:spLocks noGrp="1"/>
          </p:cNvSpPr>
          <p:nvPr>
            <p:ph type="dt" idx="4"/>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19" name="PlaceHolder 4"/>
          <p:cNvSpPr>
            <a:spLocks noGrp="1"/>
          </p:cNvSpPr>
          <p:nvPr>
            <p:ph type="ftr" idx="5"/>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6"/>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E42BD2FC-65E1-4BB3-A9B4-3DC72F38FB72}"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Rectangle 8" hidden="1"/>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Rectangle 9" hidden="1"/>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3" name="Rectangle 10" hidden="1"/>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24"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25" name="Rectangle 6"/>
          <p:cNvSpPr/>
          <p:nvPr/>
        </p:nvSpPr>
        <p:spPr>
          <a:xfrm>
            <a:off x="8058240" y="599760"/>
            <a:ext cx="3687120" cy="581652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PlaceHolder 1"/>
          <p:cNvSpPr>
            <a:spLocks noGrp="1"/>
          </p:cNvSpPr>
          <p:nvPr>
            <p:ph type="title"/>
          </p:nvPr>
        </p:nvSpPr>
        <p:spPr>
          <a:xfrm>
            <a:off x="8204040" y="863640"/>
            <a:ext cx="3123720" cy="4807080"/>
          </a:xfrm>
          <a:prstGeom prst="rect">
            <a:avLst/>
          </a:prstGeom>
          <a:noFill/>
          <a:ln w="0">
            <a:noFill/>
          </a:ln>
        </p:spPr>
        <p:txBody>
          <a:bodyPr lIns="91440" rIns="91440" tIns="45720" bIns="45720" anchor="ctr" vert="eaVert">
            <a:noAutofit/>
          </a:bodyPr>
          <a:p>
            <a:pPr indent="0" defTabSz="457200">
              <a:lnSpc>
                <a:spcPct val="100000"/>
              </a:lnSpc>
              <a:buNone/>
            </a:pPr>
            <a:r>
              <a:rPr b="0" lang="en-US" sz="2800" spc="-1" strike="noStrike" cap="all">
                <a:solidFill>
                  <a:srgbClr val="ffffff"/>
                </a:solidFill>
                <a:latin typeface="Franklin Gothic Demi"/>
              </a:rPr>
              <a:t>Click to edit Master title style</a:t>
            </a:r>
            <a:endParaRPr b="0" lang="en-US" sz="2800" spc="-1" strike="noStrike">
              <a:solidFill>
                <a:schemeClr val="dk1"/>
              </a:solidFill>
              <a:latin typeface="Franklin Gothic Book"/>
            </a:endParaRPr>
          </a:p>
        </p:txBody>
      </p:sp>
      <p:sp>
        <p:nvSpPr>
          <p:cNvPr id="27" name="PlaceHolder 2"/>
          <p:cNvSpPr>
            <a:spLocks noGrp="1"/>
          </p:cNvSpPr>
          <p:nvPr>
            <p:ph type="body"/>
          </p:nvPr>
        </p:nvSpPr>
        <p:spPr>
          <a:xfrm>
            <a:off x="775080" y="863640"/>
            <a:ext cx="7161120" cy="4807080"/>
          </a:xfrm>
          <a:prstGeom prst="rect">
            <a:avLst/>
          </a:prstGeom>
          <a:noFill/>
          <a:ln w="0">
            <a:noFill/>
          </a:ln>
        </p:spPr>
        <p:txBody>
          <a:bodyPr lIns="91440" rIns="91440" tIns="45720" bIns="45720" anchor="t" vert="eaVert">
            <a:no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28" name="Rectangle 7"/>
          <p:cNvSpPr/>
          <p:nvPr/>
        </p:nvSpPr>
        <p:spPr>
          <a:xfrm>
            <a:off x="446400" y="457200"/>
            <a:ext cx="3702960" cy="946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9" name="Rectangle 8"/>
          <p:cNvSpPr/>
          <p:nvPr/>
        </p:nvSpPr>
        <p:spPr>
          <a:xfrm>
            <a:off x="8042040" y="453600"/>
            <a:ext cx="3702960" cy="982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Rectangle 9"/>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PlaceHolder 3"/>
          <p:cNvSpPr>
            <a:spLocks noGrp="1"/>
          </p:cNvSpPr>
          <p:nvPr>
            <p:ph type="dt" idx="7"/>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32" name="PlaceHolder 4"/>
          <p:cNvSpPr>
            <a:spLocks noGrp="1"/>
          </p:cNvSpPr>
          <p:nvPr>
            <p:ph type="ftr" idx="8"/>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9"/>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8EED07FE-24E0-469C-88B9-26E816FF4F06}"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6"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37"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38"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dk1">
                    <a:lumMod val="75000"/>
                    <a:lumOff val="25000"/>
                  </a:schemeClr>
                </a:solidFill>
                <a:latin typeface="Franklin Gothic Demi"/>
              </a:rPr>
              <a:t>Click to edit Master title style</a:t>
            </a:r>
            <a:endParaRPr b="0" lang="en-US" sz="2800" spc="-1" strike="noStrike">
              <a:solidFill>
                <a:schemeClr val="dk1"/>
              </a:solidFill>
              <a:latin typeface="Franklin Gothic Book"/>
            </a:endParaRPr>
          </a:p>
        </p:txBody>
      </p:sp>
      <p:sp>
        <p:nvSpPr>
          <p:cNvPr id="39" name="PlaceHolder 2"/>
          <p:cNvSpPr>
            <a:spLocks noGrp="1"/>
          </p:cNvSpPr>
          <p:nvPr>
            <p:ph type="body"/>
          </p:nvPr>
        </p:nvSpPr>
        <p:spPr>
          <a:xfrm>
            <a:off x="581040" y="1302120"/>
            <a:ext cx="11029320" cy="4672800"/>
          </a:xfrm>
          <a:prstGeom prst="rect">
            <a:avLst/>
          </a:prstGeom>
          <a:noFill/>
          <a:ln w="0">
            <a:noFill/>
          </a:ln>
        </p:spPr>
        <p:txBody>
          <a:bodyPr lIns="91440" rIns="91440" tIns="45720" bIns="45720" anchor="ctr">
            <a:no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40" name="PlaceHolder 3"/>
          <p:cNvSpPr>
            <a:spLocks noGrp="1"/>
          </p:cNvSpPr>
          <p:nvPr>
            <p:ph type="dt" idx="10"/>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46"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47" name="Rectangle 7"/>
          <p:cNvSpPr/>
          <p:nvPr/>
        </p:nvSpPr>
        <p:spPr>
          <a:xfrm>
            <a:off x="447840" y="5141880"/>
            <a:ext cx="11290680" cy="125856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8" name="PlaceHolder 1"/>
          <p:cNvSpPr>
            <a:spLocks noGrp="1"/>
          </p:cNvSpPr>
          <p:nvPr>
            <p:ph type="title"/>
          </p:nvPr>
        </p:nvSpPr>
        <p:spPr>
          <a:xfrm>
            <a:off x="581040" y="2394000"/>
            <a:ext cx="11029320" cy="2147040"/>
          </a:xfrm>
          <a:prstGeom prst="rect">
            <a:avLst/>
          </a:prstGeom>
          <a:noFill/>
          <a:ln w="0">
            <a:noFill/>
          </a:ln>
        </p:spPr>
        <p:txBody>
          <a:bodyPr lIns="91440" rIns="91440" tIns="45720" bIns="45720" anchor="b">
            <a:normAutofit/>
          </a:bodyPr>
          <a:p>
            <a:pPr indent="0" defTabSz="457200">
              <a:lnSpc>
                <a:spcPct val="100000"/>
              </a:lnSpc>
              <a:buNone/>
            </a:pPr>
            <a:r>
              <a:rPr b="0" lang="en-US" sz="3600" spc="-1" strike="noStrike" cap="all">
                <a:solidFill>
                  <a:schemeClr val="dk1">
                    <a:lumMod val="75000"/>
                    <a:lumOff val="25000"/>
                  </a:schemeClr>
                </a:solidFill>
                <a:latin typeface="Franklin Gothic Demi"/>
              </a:rPr>
              <a:t>Click to edit Master title style</a:t>
            </a:r>
            <a:endParaRPr b="0" lang="en-US" sz="3600" spc="-1" strike="noStrike">
              <a:solidFill>
                <a:schemeClr val="dk1"/>
              </a:solidFill>
              <a:latin typeface="Franklin Gothic Book"/>
            </a:endParaRPr>
          </a:p>
        </p:txBody>
      </p:sp>
      <p:sp>
        <p:nvSpPr>
          <p:cNvPr id="49" name="PlaceHolder 2"/>
          <p:cNvSpPr>
            <a:spLocks noGrp="1"/>
          </p:cNvSpPr>
          <p:nvPr>
            <p:ph type="body"/>
          </p:nvPr>
        </p:nvSpPr>
        <p:spPr>
          <a:xfrm>
            <a:off x="581040" y="4541400"/>
            <a:ext cx="11029320" cy="600120"/>
          </a:xfrm>
          <a:prstGeom prst="rect">
            <a:avLst/>
          </a:prstGeom>
          <a:noFill/>
          <a:ln w="0">
            <a:noFill/>
          </a:ln>
        </p:spPr>
        <p:txBody>
          <a:bodyPr lIns="91440" rIns="91440" tIns="45720" bIns="45720" anchor="t">
            <a:normAutofit/>
          </a:bodyPr>
          <a:p>
            <a:pPr indent="0" defTabSz="457200">
              <a:lnSpc>
                <a:spcPct val="110000"/>
              </a:lnSpc>
              <a:spcBef>
                <a:spcPts val="360"/>
              </a:spcBef>
              <a:spcAft>
                <a:spcPts val="601"/>
              </a:spcAft>
              <a:buNone/>
              <a:tabLst>
                <a:tab algn="l" pos="0"/>
              </a:tabLst>
            </a:pPr>
            <a:r>
              <a:rPr b="0" lang="en-US" sz="1800" spc="-1" strike="noStrike" cap="all">
                <a:solidFill>
                  <a:schemeClr val="accent1"/>
                </a:solidFill>
                <a:latin typeface="Franklin Gothic Book"/>
              </a:rPr>
              <a:t>Click to edit Master text styles</a:t>
            </a:r>
            <a:endParaRPr b="0" lang="en-US" sz="1800" spc="-1" strike="noStrike">
              <a:solidFill>
                <a:schemeClr val="dk1">
                  <a:lumMod val="75000"/>
                  <a:lumOff val="25000"/>
                </a:schemeClr>
              </a:solidFill>
              <a:latin typeface="Franklin Gothic Book"/>
            </a:endParaRPr>
          </a:p>
        </p:txBody>
      </p:sp>
      <p:sp>
        <p:nvSpPr>
          <p:cNvPr id="50" name="PlaceHolder 3"/>
          <p:cNvSpPr>
            <a:spLocks noGrp="1"/>
          </p:cNvSpPr>
          <p:nvPr>
            <p:ph type="dt" idx="11"/>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51" name="PlaceHolder 4"/>
          <p:cNvSpPr>
            <a:spLocks noGrp="1"/>
          </p:cNvSpPr>
          <p:nvPr>
            <p:ph type="ftr" idx="12"/>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5"/>
          <p:cNvSpPr>
            <a:spLocks noGrp="1"/>
          </p:cNvSpPr>
          <p:nvPr>
            <p:ph type="sldNum" idx="13"/>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FC3EDBFD-162A-4F1E-B9FF-1B8D68B3FCCE}"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55"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56"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57" name="PlaceHolder 1"/>
          <p:cNvSpPr>
            <a:spLocks noGrp="1"/>
          </p:cNvSpPr>
          <p:nvPr>
            <p:ph type="title"/>
          </p:nvPr>
        </p:nvSpPr>
        <p:spPr>
          <a:xfrm>
            <a:off x="581040" y="729720"/>
            <a:ext cx="11029320" cy="49248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dk1">
                    <a:lumMod val="75000"/>
                    <a:lumOff val="25000"/>
                  </a:schemeClr>
                </a:solidFill>
                <a:latin typeface="Franklin Gothic Demi"/>
              </a:rPr>
              <a:t>Click to edit Master title style</a:t>
            </a:r>
            <a:endParaRPr b="0" lang="en-US" sz="2800" spc="-1" strike="noStrike">
              <a:solidFill>
                <a:schemeClr val="dk1"/>
              </a:solidFill>
              <a:latin typeface="Franklin Gothic Book"/>
            </a:endParaRPr>
          </a:p>
        </p:txBody>
      </p:sp>
      <p:sp>
        <p:nvSpPr>
          <p:cNvPr id="58" name="PlaceHolder 2"/>
          <p:cNvSpPr>
            <a:spLocks noGrp="1"/>
          </p:cNvSpPr>
          <p:nvPr>
            <p:ph type="body"/>
          </p:nvPr>
        </p:nvSpPr>
        <p:spPr>
          <a:xfrm>
            <a:off x="581040" y="1391400"/>
            <a:ext cx="5194440" cy="4469040"/>
          </a:xfrm>
          <a:prstGeom prst="rect">
            <a:avLst/>
          </a:prstGeom>
          <a:noFill/>
          <a:ln w="0">
            <a:noFill/>
          </a:ln>
        </p:spPr>
        <p:txBody>
          <a:bodyPr lIns="91440" rIns="91440" tIns="45720" bIns="45720" anchor="ctr">
            <a:norm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59" name="PlaceHolder 3"/>
          <p:cNvSpPr>
            <a:spLocks noGrp="1"/>
          </p:cNvSpPr>
          <p:nvPr>
            <p:ph type="body"/>
          </p:nvPr>
        </p:nvSpPr>
        <p:spPr>
          <a:xfrm>
            <a:off x="6415920" y="1391400"/>
            <a:ext cx="5194440" cy="4469040"/>
          </a:xfrm>
          <a:prstGeom prst="rect">
            <a:avLst/>
          </a:prstGeom>
          <a:noFill/>
          <a:ln w="0">
            <a:noFill/>
          </a:ln>
        </p:spPr>
        <p:txBody>
          <a:bodyPr lIns="91440" rIns="91440" tIns="45720" bIns="45720" anchor="ctr">
            <a:norm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60" name="PlaceHolder 4"/>
          <p:cNvSpPr>
            <a:spLocks noGrp="1"/>
          </p:cNvSpPr>
          <p:nvPr>
            <p:ph type="dt" idx="14"/>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61" name="PlaceHolder 5"/>
          <p:cNvSpPr>
            <a:spLocks noGrp="1"/>
          </p:cNvSpPr>
          <p:nvPr>
            <p:ph type="ftr" idx="15"/>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2" name="PlaceHolder 6"/>
          <p:cNvSpPr>
            <a:spLocks noGrp="1"/>
          </p:cNvSpPr>
          <p:nvPr>
            <p:ph type="sldNum" idx="16"/>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50BE8696-AD1C-4D08-9CC8-10A5178EBD92}"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69"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70" name="PlaceHolder 1"/>
          <p:cNvSpPr>
            <a:spLocks noGrp="1"/>
          </p:cNvSpPr>
          <p:nvPr>
            <p:ph type="title"/>
          </p:nvPr>
        </p:nvSpPr>
        <p:spPr>
          <a:xfrm>
            <a:off x="581040" y="729720"/>
            <a:ext cx="11029320" cy="98784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dk1">
                    <a:lumMod val="75000"/>
                    <a:lumOff val="25000"/>
                  </a:schemeClr>
                </a:solidFill>
                <a:latin typeface="Franklin Gothic Demi"/>
              </a:rPr>
              <a:t>Click to edit Master title style</a:t>
            </a:r>
            <a:endParaRPr b="0" lang="en-US" sz="2800" spc="-1" strike="noStrike">
              <a:solidFill>
                <a:schemeClr val="dk1"/>
              </a:solidFill>
              <a:latin typeface="Franklin Gothic Book"/>
            </a:endParaRPr>
          </a:p>
        </p:txBody>
      </p:sp>
      <p:sp>
        <p:nvSpPr>
          <p:cNvPr id="71" name="PlaceHolder 2"/>
          <p:cNvSpPr>
            <a:spLocks noGrp="1"/>
          </p:cNvSpPr>
          <p:nvPr>
            <p:ph type="body"/>
          </p:nvPr>
        </p:nvSpPr>
        <p:spPr>
          <a:xfrm>
            <a:off x="581040" y="2250720"/>
            <a:ext cx="5194440" cy="557280"/>
          </a:xfrm>
          <a:prstGeom prst="rect">
            <a:avLst/>
          </a:prstGeom>
          <a:noFill/>
          <a:ln w="0">
            <a:noFill/>
          </a:ln>
        </p:spPr>
        <p:txBody>
          <a:bodyPr lIns="91440" rIns="91440" tIns="45720" bIns="45720" anchor="ctr">
            <a:noAutofit/>
          </a:bodyPr>
          <a:p>
            <a:pPr indent="0" defTabSz="457200">
              <a:lnSpc>
                <a:spcPct val="110000"/>
              </a:lnSpc>
              <a:spcBef>
                <a:spcPts val="400"/>
              </a:spcBef>
              <a:spcAft>
                <a:spcPts val="601"/>
              </a:spcAft>
              <a:buNone/>
              <a:tabLst>
                <a:tab algn="l" pos="0"/>
              </a:tabLst>
            </a:pPr>
            <a:r>
              <a:rPr b="0" lang="en-US" sz="2000" spc="-1" strike="noStrike">
                <a:solidFill>
                  <a:schemeClr val="dk1">
                    <a:lumMod val="75000"/>
                    <a:lumOff val="25000"/>
                  </a:schemeClr>
                </a:solidFill>
                <a:latin typeface="Franklin Gothic Book"/>
              </a:rPr>
              <a:t>Click to edit Master text styles</a:t>
            </a:r>
            <a:endParaRPr b="0" lang="en-US" sz="2000" spc="-1" strike="noStrike">
              <a:solidFill>
                <a:schemeClr val="dk1">
                  <a:lumMod val="75000"/>
                  <a:lumOff val="25000"/>
                </a:schemeClr>
              </a:solidFill>
              <a:latin typeface="Franklin Gothic Book"/>
            </a:endParaRPr>
          </a:p>
        </p:txBody>
      </p:sp>
      <p:sp>
        <p:nvSpPr>
          <p:cNvPr id="72" name="PlaceHolder 3"/>
          <p:cNvSpPr>
            <a:spLocks noGrp="1"/>
          </p:cNvSpPr>
          <p:nvPr>
            <p:ph type="body"/>
          </p:nvPr>
        </p:nvSpPr>
        <p:spPr>
          <a:xfrm>
            <a:off x="581040" y="2926080"/>
            <a:ext cx="5194440" cy="2934720"/>
          </a:xfrm>
          <a:prstGeom prst="rect">
            <a:avLst/>
          </a:prstGeom>
          <a:noFill/>
          <a:ln w="0">
            <a:noFill/>
          </a:ln>
        </p:spPr>
        <p:txBody>
          <a:bodyPr lIns="91440" rIns="91440" tIns="45720" bIns="45720" anchor="t">
            <a:norm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73" name="PlaceHolder 4"/>
          <p:cNvSpPr>
            <a:spLocks noGrp="1"/>
          </p:cNvSpPr>
          <p:nvPr>
            <p:ph type="body"/>
          </p:nvPr>
        </p:nvSpPr>
        <p:spPr>
          <a:xfrm>
            <a:off x="6415920" y="2250720"/>
            <a:ext cx="5194440" cy="552960"/>
          </a:xfrm>
          <a:prstGeom prst="rect">
            <a:avLst/>
          </a:prstGeom>
          <a:noFill/>
          <a:ln w="0">
            <a:noFill/>
          </a:ln>
        </p:spPr>
        <p:txBody>
          <a:bodyPr lIns="91440" rIns="91440" tIns="45720" bIns="45720" anchor="ctr">
            <a:noAutofit/>
          </a:bodyPr>
          <a:p>
            <a:pPr indent="0" defTabSz="457200">
              <a:lnSpc>
                <a:spcPct val="100000"/>
              </a:lnSpc>
              <a:spcBef>
                <a:spcPts val="400"/>
              </a:spcBef>
              <a:spcAft>
                <a:spcPts val="601"/>
              </a:spcAft>
              <a:buNone/>
              <a:tabLst>
                <a:tab algn="l" pos="0"/>
              </a:tabLst>
            </a:pPr>
            <a:r>
              <a:rPr b="0" lang="en-US" sz="2000" spc="-1" strike="noStrike">
                <a:solidFill>
                  <a:schemeClr val="dk1">
                    <a:lumMod val="75000"/>
                    <a:lumOff val="25000"/>
                  </a:schemeClr>
                </a:solidFill>
                <a:latin typeface="Franklin Gothic Book"/>
              </a:rPr>
              <a:t>Click to edit Master text styles</a:t>
            </a:r>
            <a:endParaRPr b="0" lang="en-US" sz="2000" spc="-1" strike="noStrike">
              <a:solidFill>
                <a:schemeClr val="dk1">
                  <a:lumMod val="75000"/>
                  <a:lumOff val="25000"/>
                </a:schemeClr>
              </a:solidFill>
              <a:latin typeface="Franklin Gothic Book"/>
            </a:endParaRPr>
          </a:p>
        </p:txBody>
      </p:sp>
      <p:sp>
        <p:nvSpPr>
          <p:cNvPr id="74" name="PlaceHolder 5"/>
          <p:cNvSpPr>
            <a:spLocks noGrp="1"/>
          </p:cNvSpPr>
          <p:nvPr>
            <p:ph type="body"/>
          </p:nvPr>
        </p:nvSpPr>
        <p:spPr>
          <a:xfrm>
            <a:off x="6415920" y="2926080"/>
            <a:ext cx="5194440" cy="2934720"/>
          </a:xfrm>
          <a:prstGeom prst="rect">
            <a:avLst/>
          </a:prstGeom>
          <a:noFill/>
          <a:ln w="0">
            <a:noFill/>
          </a:ln>
        </p:spPr>
        <p:txBody>
          <a:bodyPr lIns="91440" rIns="91440" tIns="45720" bIns="45720" anchor="t">
            <a:normAutofit/>
          </a:bodyPr>
          <a:p>
            <a:pPr marL="306000" indent="-306000" defTabSz="457200">
              <a:lnSpc>
                <a:spcPct val="110000"/>
              </a:lnSpc>
              <a:spcBef>
                <a:spcPts val="340"/>
              </a:spcBef>
              <a:spcAft>
                <a:spcPts val="601"/>
              </a:spcAft>
              <a:buClr>
                <a:srgbClr val="1cade4"/>
              </a:buClr>
              <a:buSzPct val="92000"/>
              <a:buFont typeface="Wingdings 2" charset="2"/>
              <a:buChar char=""/>
            </a:pPr>
            <a:r>
              <a:rPr b="0" lang="en-US" sz="1700" spc="-1" strike="noStrike">
                <a:solidFill>
                  <a:schemeClr val="dk1">
                    <a:lumMod val="75000"/>
                    <a:lumOff val="25000"/>
                  </a:schemeClr>
                </a:solidFill>
                <a:latin typeface="Franklin Gothic Book"/>
              </a:rPr>
              <a:t>Click to edit Master text styles</a:t>
            </a:r>
            <a:endParaRPr b="0" lang="en-US" sz="1700" spc="-1" strike="noStrike">
              <a:solidFill>
                <a:schemeClr val="dk1">
                  <a:lumMod val="75000"/>
                  <a:lumOff val="25000"/>
                </a:schemeClr>
              </a:solidFill>
              <a:latin typeface="Franklin Gothic Book"/>
            </a:endParaRPr>
          </a:p>
          <a:p>
            <a:pPr lvl="1" marL="630000" indent="-306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1">
                    <a:lumMod val="75000"/>
                    <a:lumOff val="25000"/>
                  </a:schemeClr>
                </a:solidFill>
                <a:latin typeface="Franklin Gothic Book"/>
              </a:rPr>
              <a:t>Second level</a:t>
            </a:r>
            <a:endParaRPr b="0" lang="en-US" sz="1400" spc="-1" strike="noStrike">
              <a:solidFill>
                <a:schemeClr val="dk1">
                  <a:lumMod val="75000"/>
                  <a:lumOff val="25000"/>
                </a:schemeClr>
              </a:solidFill>
              <a:latin typeface="Franklin Gothic Book"/>
            </a:endParaRPr>
          </a:p>
          <a:p>
            <a:pPr lvl="2" marL="900000" indent="-270000" defTabSz="457200">
              <a:lnSpc>
                <a:spcPct val="100000"/>
              </a:lnSpc>
              <a:spcBef>
                <a:spcPts val="261"/>
              </a:spcBef>
              <a:spcAft>
                <a:spcPts val="601"/>
              </a:spcAft>
              <a:buClr>
                <a:srgbClr val="1cade4"/>
              </a:buClr>
              <a:buSzPct val="92000"/>
              <a:buFont typeface="Wingdings 2" charset="2"/>
              <a:buChar char=""/>
            </a:pPr>
            <a:r>
              <a:rPr b="0" lang="en-US" sz="1300" spc="-1" strike="noStrike">
                <a:solidFill>
                  <a:schemeClr val="dk1">
                    <a:lumMod val="75000"/>
                    <a:lumOff val="25000"/>
                  </a:schemeClr>
                </a:solidFill>
                <a:latin typeface="Franklin Gothic Book"/>
              </a:rPr>
              <a:t>Third level</a:t>
            </a:r>
            <a:endParaRPr b="0" lang="en-US" sz="1300" spc="-1" strike="noStrike">
              <a:solidFill>
                <a:schemeClr val="dk1">
                  <a:lumMod val="75000"/>
                  <a:lumOff val="25000"/>
                </a:schemeClr>
              </a:solidFill>
              <a:latin typeface="Franklin Gothic Book"/>
            </a:endParaRPr>
          </a:p>
          <a:p>
            <a:pPr lvl="3" marL="124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Fourth level</a:t>
            </a:r>
            <a:endParaRPr b="0" lang="en-US" sz="1100" spc="-1" strike="noStrike">
              <a:solidFill>
                <a:schemeClr val="dk1">
                  <a:lumMod val="75000"/>
                  <a:lumOff val="25000"/>
                </a:schemeClr>
              </a:solidFill>
              <a:latin typeface="Franklin Gothic Book"/>
            </a:endParaRPr>
          </a:p>
          <a:p>
            <a:pPr lvl="4" marL="1602000" indent="-234000" defTabSz="457200">
              <a:lnSpc>
                <a:spcPct val="100000"/>
              </a:lnSpc>
              <a:spcBef>
                <a:spcPts val="221"/>
              </a:spcBef>
              <a:spcAft>
                <a:spcPts val="601"/>
              </a:spcAft>
              <a:buClr>
                <a:srgbClr val="1cade4"/>
              </a:buClr>
              <a:buSzPct val="92000"/>
              <a:buFont typeface="Wingdings 2" charset="2"/>
              <a:buChar char=""/>
            </a:pPr>
            <a:r>
              <a:rPr b="0" lang="en-US" sz="1100" spc="-1" strike="noStrike">
                <a:solidFill>
                  <a:schemeClr val="dk1">
                    <a:lumMod val="75000"/>
                    <a:lumOff val="25000"/>
                  </a:schemeClr>
                </a:solidFill>
                <a:latin typeface="Franklin Gothic Book"/>
              </a:rPr>
              <a:t>Fifth level</a:t>
            </a:r>
            <a:endParaRPr b="0" lang="en-US" sz="1100" spc="-1" strike="noStrike">
              <a:solidFill>
                <a:schemeClr val="dk1">
                  <a:lumMod val="75000"/>
                  <a:lumOff val="25000"/>
                </a:schemeClr>
              </a:solidFill>
              <a:latin typeface="Franklin Gothic Book"/>
            </a:endParaRPr>
          </a:p>
        </p:txBody>
      </p:sp>
      <p:sp>
        <p:nvSpPr>
          <p:cNvPr id="75" name="PlaceHolder 6"/>
          <p:cNvSpPr>
            <a:spLocks noGrp="1"/>
          </p:cNvSpPr>
          <p:nvPr>
            <p:ph type="dt" idx="17"/>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76" name="PlaceHolder 7"/>
          <p:cNvSpPr>
            <a:spLocks noGrp="1"/>
          </p:cNvSpPr>
          <p:nvPr>
            <p:ph type="ftr" idx="18"/>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7" name="PlaceHolder 8"/>
          <p:cNvSpPr>
            <a:spLocks noGrp="1"/>
          </p:cNvSpPr>
          <p:nvPr>
            <p:ph type="sldNum" idx="19"/>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A42817D9-A3EC-4697-9354-ADA9F3BE3F79}"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0"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81"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82" name="PlaceHolder 1"/>
          <p:cNvSpPr>
            <a:spLocks noGrp="1"/>
          </p:cNvSpPr>
          <p:nvPr>
            <p:ph type="title"/>
          </p:nvPr>
        </p:nvSpPr>
        <p:spPr>
          <a:xfrm>
            <a:off x="576000" y="729720"/>
            <a:ext cx="11029320" cy="591840"/>
          </a:xfrm>
          <a:prstGeom prst="rect">
            <a:avLst/>
          </a:prstGeom>
          <a:noFill/>
          <a:ln w="0">
            <a:noFill/>
          </a:ln>
        </p:spPr>
        <p:txBody>
          <a:bodyPr lIns="91440" rIns="91440" tIns="45720" bIns="45720" anchor="b">
            <a:noAutofit/>
          </a:bodyPr>
          <a:p>
            <a:pPr indent="0" defTabSz="457200">
              <a:lnSpc>
                <a:spcPct val="100000"/>
              </a:lnSpc>
              <a:buNone/>
            </a:pPr>
            <a:r>
              <a:rPr b="0" lang="en-US" sz="2800" spc="-1" strike="noStrike" cap="all">
                <a:solidFill>
                  <a:schemeClr val="dk1">
                    <a:lumMod val="75000"/>
                    <a:lumOff val="25000"/>
                  </a:schemeClr>
                </a:solidFill>
                <a:latin typeface="Franklin Gothic Demi"/>
              </a:rPr>
              <a:t>Click to edit Master title style</a:t>
            </a:r>
            <a:endParaRPr b="0" lang="en-US" sz="2800" spc="-1" strike="noStrike">
              <a:solidFill>
                <a:schemeClr val="dk1"/>
              </a:solidFill>
              <a:latin typeface="Franklin Gothic Book"/>
            </a:endParaRPr>
          </a:p>
        </p:txBody>
      </p:sp>
      <p:sp>
        <p:nvSpPr>
          <p:cNvPr id="83" name="PlaceHolder 2"/>
          <p:cNvSpPr>
            <a:spLocks noGrp="1"/>
          </p:cNvSpPr>
          <p:nvPr>
            <p:ph type="dt" idx="20"/>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84" name="PlaceHolder 3"/>
          <p:cNvSpPr>
            <a:spLocks noGrp="1"/>
          </p:cNvSpPr>
          <p:nvPr>
            <p:ph type="ftr" idx="21"/>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5" name="PlaceHolder 4"/>
          <p:cNvSpPr>
            <a:spLocks noGrp="1"/>
          </p:cNvSpPr>
          <p:nvPr>
            <p:ph type="sldNum" idx="22"/>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383DB8F6-D61E-4310-A34C-650A43BD9A3A}"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
        <p:nvSpPr>
          <p:cNvPr id="8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10000"/>
              </a:lnSpc>
              <a:spcBef>
                <a:spcPts val="1417"/>
              </a:spcBef>
              <a:buClr>
                <a:srgbClr val="000000"/>
              </a:buClr>
              <a:buSzPct val="45000"/>
              <a:buFont typeface="Wingdings" charset="2"/>
              <a:buChar char=""/>
            </a:pPr>
            <a:r>
              <a:rPr b="0" lang="en-US" sz="1700" spc="-1" strike="noStrike">
                <a:solidFill>
                  <a:schemeClr val="dk1">
                    <a:lumMod val="75000"/>
                    <a:lumOff val="25000"/>
                  </a:schemeClr>
                </a:solidFill>
                <a:latin typeface="Franklin Gothic Book"/>
              </a:rPr>
              <a:t>Click to edit the outline text format</a:t>
            </a:r>
            <a:endParaRPr b="0" lang="en-US" sz="1700" spc="-1" strike="noStrike">
              <a:solidFill>
                <a:schemeClr val="dk1">
                  <a:lumMod val="75000"/>
                  <a:lumOff val="25000"/>
                </a:schemeClr>
              </a:solidFill>
              <a:latin typeface="Franklin Gothic Book"/>
            </a:endParaRPr>
          </a:p>
          <a:p>
            <a:pPr lvl="1" marL="864000" indent="-324000">
              <a:spcBef>
                <a:spcPts val="1134"/>
              </a:spcBef>
              <a:buClr>
                <a:srgbClr val="000000"/>
              </a:buClr>
              <a:buSzPct val="75000"/>
              <a:buFont typeface="Symbol" charset="2"/>
              <a:buChar char=""/>
            </a:pPr>
            <a:r>
              <a:rPr b="0" lang="en-US" sz="1300" spc="-1" strike="noStrike">
                <a:solidFill>
                  <a:schemeClr val="dk1">
                    <a:lumMod val="75000"/>
                    <a:lumOff val="25000"/>
                  </a:schemeClr>
                </a:solidFill>
                <a:latin typeface="Franklin Gothic Book"/>
              </a:rPr>
              <a:t>Second Outline Level</a:t>
            </a:r>
            <a:endParaRPr b="0" lang="en-US" sz="1300" spc="-1" strike="noStrike">
              <a:solidFill>
                <a:schemeClr val="dk1">
                  <a:lumMod val="75000"/>
                  <a:lumOff val="25000"/>
                </a:schemeClr>
              </a:solidFill>
              <a:latin typeface="Franklin Gothic Book"/>
            </a:endParaRPr>
          </a:p>
          <a:p>
            <a:pPr lvl="2" marL="1296000" indent="-288000">
              <a:spcBef>
                <a:spcPts val="850"/>
              </a:spcBef>
              <a:buClr>
                <a:srgbClr val="000000"/>
              </a:buClr>
              <a:buSzPct val="45000"/>
              <a:buFont typeface="Wingdings" charset="2"/>
              <a:buChar char=""/>
            </a:pPr>
            <a:r>
              <a:rPr b="0" lang="en-US" sz="1100" spc="-1" strike="noStrike">
                <a:solidFill>
                  <a:schemeClr val="dk1">
                    <a:lumMod val="75000"/>
                    <a:lumOff val="25000"/>
                  </a:schemeClr>
                </a:solidFill>
                <a:latin typeface="Franklin Gothic Book"/>
              </a:rPr>
              <a:t>Third Outline Level</a:t>
            </a:r>
            <a:endParaRPr b="0" lang="en-US" sz="1100" spc="-1" strike="noStrike">
              <a:solidFill>
                <a:schemeClr val="dk1">
                  <a:lumMod val="75000"/>
                  <a:lumOff val="25000"/>
                </a:schemeClr>
              </a:solidFill>
              <a:latin typeface="Franklin Gothic Book"/>
            </a:endParaRPr>
          </a:p>
          <a:p>
            <a:pPr lvl="3" marL="1728000" indent="-216000">
              <a:spcBef>
                <a:spcPts val="567"/>
              </a:spcBef>
              <a:buClr>
                <a:srgbClr val="000000"/>
              </a:buClr>
              <a:buSzPct val="75000"/>
              <a:buFont typeface="Symbol" charset="2"/>
              <a:buChar char=""/>
            </a:pPr>
            <a:r>
              <a:rPr b="0" lang="en-US" sz="1100" spc="-1" strike="noStrike">
                <a:solidFill>
                  <a:schemeClr val="dk1">
                    <a:lumMod val="75000"/>
                    <a:lumOff val="25000"/>
                  </a:schemeClr>
                </a:solidFill>
                <a:latin typeface="Franklin Gothic Book"/>
              </a:rPr>
              <a:t>Fourth Outline Level</a:t>
            </a:r>
            <a:endParaRPr b="0" lang="en-US" sz="1100" spc="-1" strike="noStrike">
              <a:solidFill>
                <a:schemeClr val="dk1">
                  <a:lumMod val="75000"/>
                  <a:lumOff val="25000"/>
                </a:schemeClr>
              </a:solidFill>
              <a:latin typeface="Franklin Gothic Book"/>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Franklin Gothic Book"/>
              </a:rPr>
              <a:t>Fifth Outline Level</a:t>
            </a:r>
            <a:endParaRPr b="0" lang="en-US" sz="2000" spc="-1" strike="noStrike">
              <a:solidFill>
                <a:schemeClr val="dk1">
                  <a:lumMod val="75000"/>
                  <a:lumOff val="25000"/>
                </a:schemeClr>
              </a:solidFill>
              <a:latin typeface="Franklin Gothic Book"/>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Franklin Gothic Book"/>
              </a:rPr>
              <a:t>Sixth Outline Level</a:t>
            </a:r>
            <a:endParaRPr b="0" lang="en-US" sz="2000" spc="-1" strike="noStrike">
              <a:solidFill>
                <a:schemeClr val="dk1">
                  <a:lumMod val="75000"/>
                  <a:lumOff val="25000"/>
                </a:schemeClr>
              </a:solidFill>
              <a:latin typeface="Franklin Gothic Book"/>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Franklin Gothic Book"/>
              </a:rPr>
              <a:t>Seventh Outline Level</a:t>
            </a:r>
            <a:endParaRPr b="0" lang="en-US" sz="2000" spc="-1" strike="noStrike">
              <a:solidFill>
                <a:schemeClr val="dk1">
                  <a:lumMod val="75000"/>
                  <a:lumOff val="25000"/>
                </a:schemeClr>
              </a:solidFill>
              <a:latin typeface="Franklin Gothic Book"/>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91"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92" name="PlaceHolder 1"/>
          <p:cNvSpPr>
            <a:spLocks noGrp="1"/>
          </p:cNvSpPr>
          <p:nvPr>
            <p:ph type="dt" idx="23"/>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93" name="PlaceHolder 2"/>
          <p:cNvSpPr>
            <a:spLocks noGrp="1"/>
          </p:cNvSpPr>
          <p:nvPr>
            <p:ph type="ftr" idx="24"/>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4" name="PlaceHolder 3"/>
          <p:cNvSpPr>
            <a:spLocks noGrp="1"/>
          </p:cNvSpPr>
          <p:nvPr>
            <p:ph type="sldNum" idx="25"/>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E4B95491-CEB8-4319-8DF9-938074C6C15D}"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6"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97"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98"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99" name="Rectangle 8"/>
          <p:cNvSpPr/>
          <p:nvPr/>
        </p:nvSpPr>
        <p:spPr>
          <a:xfrm>
            <a:off x="447840" y="601200"/>
            <a:ext cx="3682440" cy="58150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0" name="PlaceHolder 1"/>
          <p:cNvSpPr>
            <a:spLocks noGrp="1"/>
          </p:cNvSpPr>
          <p:nvPr>
            <p:ph type="title"/>
          </p:nvPr>
        </p:nvSpPr>
        <p:spPr>
          <a:xfrm>
            <a:off x="767880" y="933480"/>
            <a:ext cx="3031560" cy="17218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cap="all">
                <a:solidFill>
                  <a:srgbClr val="ffffff"/>
                </a:solidFill>
                <a:latin typeface="Franklin Gothic Demi"/>
              </a:rPr>
              <a:t>Click to edit Master title style</a:t>
            </a:r>
            <a:endParaRPr b="0" lang="en-US" sz="2400" spc="-1" strike="noStrike">
              <a:solidFill>
                <a:schemeClr val="dk1"/>
              </a:solidFill>
              <a:latin typeface="Franklin Gothic Book"/>
            </a:endParaRPr>
          </a:p>
        </p:txBody>
      </p:sp>
      <p:sp>
        <p:nvSpPr>
          <p:cNvPr id="101" name="PlaceHolder 2"/>
          <p:cNvSpPr>
            <a:spLocks noGrp="1"/>
          </p:cNvSpPr>
          <p:nvPr>
            <p:ph type="body"/>
          </p:nvPr>
        </p:nvSpPr>
        <p:spPr>
          <a:xfrm>
            <a:off x="4901040" y="1179720"/>
            <a:ext cx="6650640" cy="4657680"/>
          </a:xfrm>
          <a:prstGeom prst="rect">
            <a:avLst/>
          </a:prstGeom>
          <a:noFill/>
          <a:ln w="0">
            <a:noFill/>
          </a:ln>
        </p:spPr>
        <p:txBody>
          <a:bodyPr lIns="91440" rIns="91440" tIns="45720" bIns="45720" anchor="ctr">
            <a:normAutofit/>
          </a:bodyPr>
          <a:p>
            <a:pPr marL="306000" indent="-306000" defTabSz="457200">
              <a:lnSpc>
                <a:spcPct val="110000"/>
              </a:lnSpc>
              <a:spcBef>
                <a:spcPts val="400"/>
              </a:spcBef>
              <a:spcAft>
                <a:spcPts val="601"/>
              </a:spcAft>
              <a:buClr>
                <a:srgbClr val="1cade4"/>
              </a:buClr>
              <a:buSzPct val="92000"/>
              <a:buFont typeface="Wingdings 2" charset="2"/>
              <a:buChar char=""/>
            </a:pPr>
            <a:r>
              <a:rPr b="0" lang="en-US" sz="2000" spc="-1" strike="noStrike">
                <a:solidFill>
                  <a:schemeClr val="dk2"/>
                </a:solidFill>
                <a:latin typeface="Franklin Gothic Book"/>
              </a:rPr>
              <a:t>Click to edit Master text styles</a:t>
            </a:r>
            <a:endParaRPr b="0" lang="en-US" sz="2000" spc="-1" strike="noStrike">
              <a:solidFill>
                <a:schemeClr val="dk1">
                  <a:lumMod val="75000"/>
                  <a:lumOff val="25000"/>
                </a:schemeClr>
              </a:solidFill>
              <a:latin typeface="Franklin Gothic Book"/>
            </a:endParaRPr>
          </a:p>
          <a:p>
            <a:pPr lvl="1" marL="630000" indent="-306000" defTabSz="457200">
              <a:lnSpc>
                <a:spcPct val="100000"/>
              </a:lnSpc>
              <a:spcBef>
                <a:spcPts val="360"/>
              </a:spcBef>
              <a:spcAft>
                <a:spcPts val="601"/>
              </a:spcAft>
              <a:buClr>
                <a:srgbClr val="1cade4"/>
              </a:buClr>
              <a:buSzPct val="92000"/>
              <a:buFont typeface="Wingdings 2" charset="2"/>
              <a:buChar char=""/>
            </a:pPr>
            <a:r>
              <a:rPr b="0" lang="en-US" sz="1800" spc="-1" strike="noStrike">
                <a:solidFill>
                  <a:schemeClr val="dk2"/>
                </a:solidFill>
                <a:latin typeface="Franklin Gothic Book"/>
              </a:rPr>
              <a:t>Second level</a:t>
            </a:r>
            <a:endParaRPr b="0" lang="en-US" sz="1800" spc="-1" strike="noStrike">
              <a:solidFill>
                <a:schemeClr val="dk1">
                  <a:lumMod val="75000"/>
                  <a:lumOff val="25000"/>
                </a:schemeClr>
              </a:solidFill>
              <a:latin typeface="Franklin Gothic Book"/>
            </a:endParaRPr>
          </a:p>
          <a:p>
            <a:pPr lvl="2" marL="900000" indent="-270000" defTabSz="457200">
              <a:lnSpc>
                <a:spcPct val="100000"/>
              </a:lnSpc>
              <a:spcBef>
                <a:spcPts val="320"/>
              </a:spcBef>
              <a:spcAft>
                <a:spcPts val="601"/>
              </a:spcAft>
              <a:buClr>
                <a:srgbClr val="1cade4"/>
              </a:buClr>
              <a:buSzPct val="92000"/>
              <a:buFont typeface="Wingdings 2" charset="2"/>
              <a:buChar char=""/>
            </a:pPr>
            <a:r>
              <a:rPr b="0" lang="en-US" sz="1600" spc="-1" strike="noStrike">
                <a:solidFill>
                  <a:schemeClr val="dk2"/>
                </a:solidFill>
                <a:latin typeface="Franklin Gothic Book"/>
              </a:rPr>
              <a:t>Third level</a:t>
            </a:r>
            <a:endParaRPr b="0" lang="en-US" sz="1600" spc="-1" strike="noStrike">
              <a:solidFill>
                <a:schemeClr val="dk1">
                  <a:lumMod val="75000"/>
                  <a:lumOff val="25000"/>
                </a:schemeClr>
              </a:solidFill>
              <a:latin typeface="Franklin Gothic Book"/>
            </a:endParaRPr>
          </a:p>
          <a:p>
            <a:pPr lvl="3" marL="1242000" indent="-234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2"/>
                </a:solidFill>
                <a:latin typeface="Franklin Gothic Book"/>
              </a:rPr>
              <a:t>Fourth level</a:t>
            </a:r>
            <a:endParaRPr b="0" lang="en-US" sz="1400" spc="-1" strike="noStrike">
              <a:solidFill>
                <a:schemeClr val="dk1">
                  <a:lumMod val="75000"/>
                  <a:lumOff val="25000"/>
                </a:schemeClr>
              </a:solidFill>
              <a:latin typeface="Franklin Gothic Book"/>
            </a:endParaRPr>
          </a:p>
          <a:p>
            <a:pPr lvl="4" marL="1602000" indent="-234000" defTabSz="457200">
              <a:lnSpc>
                <a:spcPct val="100000"/>
              </a:lnSpc>
              <a:spcBef>
                <a:spcPts val="281"/>
              </a:spcBef>
              <a:spcAft>
                <a:spcPts val="601"/>
              </a:spcAft>
              <a:buClr>
                <a:srgbClr val="1cade4"/>
              </a:buClr>
              <a:buSzPct val="92000"/>
              <a:buFont typeface="Wingdings 2" charset="2"/>
              <a:buChar char=""/>
            </a:pPr>
            <a:r>
              <a:rPr b="0" lang="en-US" sz="1400" spc="-1" strike="noStrike">
                <a:solidFill>
                  <a:schemeClr val="dk2"/>
                </a:solidFill>
                <a:latin typeface="Franklin Gothic Book"/>
              </a:rPr>
              <a:t>Fifth level</a:t>
            </a:r>
            <a:endParaRPr b="0" lang="en-US" sz="1400" spc="-1" strike="noStrike">
              <a:solidFill>
                <a:schemeClr val="dk1">
                  <a:lumMod val="75000"/>
                  <a:lumOff val="25000"/>
                </a:schemeClr>
              </a:solidFill>
              <a:latin typeface="Franklin Gothic Book"/>
            </a:endParaRPr>
          </a:p>
        </p:txBody>
      </p:sp>
      <p:sp>
        <p:nvSpPr>
          <p:cNvPr id="102" name="PlaceHolder 3"/>
          <p:cNvSpPr>
            <a:spLocks noGrp="1"/>
          </p:cNvSpPr>
          <p:nvPr>
            <p:ph type="body"/>
          </p:nvPr>
        </p:nvSpPr>
        <p:spPr>
          <a:xfrm>
            <a:off x="767880" y="2836800"/>
            <a:ext cx="3031560" cy="3000960"/>
          </a:xfrm>
          <a:prstGeom prst="rect">
            <a:avLst/>
          </a:prstGeom>
          <a:noFill/>
          <a:ln w="0">
            <a:noFill/>
          </a:ln>
        </p:spPr>
        <p:txBody>
          <a:bodyPr lIns="91440" rIns="91440" tIns="45720" bIns="45720" anchor="t">
            <a:normAutofit/>
          </a:bodyPr>
          <a:p>
            <a:pPr indent="0" defTabSz="457200">
              <a:lnSpc>
                <a:spcPct val="110000"/>
              </a:lnSpc>
              <a:spcBef>
                <a:spcPts val="320"/>
              </a:spcBef>
              <a:spcAft>
                <a:spcPts val="601"/>
              </a:spcAft>
              <a:buNone/>
              <a:tabLst>
                <a:tab algn="l" pos="0"/>
              </a:tabLst>
            </a:pPr>
            <a:r>
              <a:rPr b="0" lang="en-US" sz="1600" spc="-1" strike="noStrike">
                <a:solidFill>
                  <a:srgbClr val="ffffff"/>
                </a:solidFill>
                <a:latin typeface="Franklin Gothic Book"/>
              </a:rPr>
              <a:t>Click to edit Master text styles</a:t>
            </a:r>
            <a:endParaRPr b="0" lang="en-US" sz="1600" spc="-1" strike="noStrike">
              <a:solidFill>
                <a:schemeClr val="dk1">
                  <a:lumMod val="75000"/>
                  <a:lumOff val="25000"/>
                </a:schemeClr>
              </a:solidFill>
              <a:latin typeface="Franklin Gothic Book"/>
            </a:endParaRPr>
          </a:p>
        </p:txBody>
      </p:sp>
      <p:sp>
        <p:nvSpPr>
          <p:cNvPr id="103" name="PlaceHolder 4"/>
          <p:cNvSpPr>
            <a:spLocks noGrp="1"/>
          </p:cNvSpPr>
          <p:nvPr>
            <p:ph type="dt" idx="26"/>
          </p:nvPr>
        </p:nvSpPr>
        <p:spPr>
          <a:xfrm>
            <a:off x="7606080" y="645696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104" name="PlaceHolder 5"/>
          <p:cNvSpPr>
            <a:spLocks noGrp="1"/>
          </p:cNvSpPr>
          <p:nvPr>
            <p:ph type="ftr" idx="27"/>
          </p:nvPr>
        </p:nvSpPr>
        <p:spPr>
          <a:xfrm>
            <a:off x="581040" y="64526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5" name="PlaceHolder 6"/>
          <p:cNvSpPr>
            <a:spLocks noGrp="1"/>
          </p:cNvSpPr>
          <p:nvPr>
            <p:ph type="sldNum" idx="28"/>
          </p:nvPr>
        </p:nvSpPr>
        <p:spPr>
          <a:xfrm>
            <a:off x="10558440" y="645696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C12B9269-7576-4962-81FD-9C5C40AC4E43}"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Rectangle 8"/>
          <p:cNvSpPr/>
          <p:nvPr/>
        </p:nvSpPr>
        <p:spPr>
          <a:xfrm>
            <a:off x="446400" y="457200"/>
            <a:ext cx="3702960" cy="94680"/>
          </a:xfrm>
          <a:prstGeom prst="rect">
            <a:avLst/>
          </a:prstGeom>
          <a:solidFill>
            <a:srgbClr val="465359"/>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Rectangle 9"/>
          <p:cNvSpPr/>
          <p:nvPr/>
        </p:nvSpPr>
        <p:spPr>
          <a:xfrm>
            <a:off x="8042040" y="453600"/>
            <a:ext cx="3702960" cy="98280"/>
          </a:xfrm>
          <a:prstGeom prst="rect">
            <a:avLst/>
          </a:prstGeom>
          <a:solidFill>
            <a:srgbClr val="969fa7"/>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08" name="Rectangle 10"/>
          <p:cNvSpPr/>
          <p:nvPr/>
        </p:nvSpPr>
        <p:spPr>
          <a:xfrm>
            <a:off x="4241880" y="457200"/>
            <a:ext cx="3702960" cy="91080"/>
          </a:xfrm>
          <a:prstGeom prst="rect">
            <a:avLst/>
          </a:prstGeom>
          <a:solidFill>
            <a:schemeClr val="accent1"/>
          </a:solidFill>
          <a:ln>
            <a:noFill/>
          </a:ln>
          <a:effectLst>
            <a:outerShdw blurRad="38160" dir="5400000" dist="25560" rotWithShape="0">
              <a:srgbClr val="000000">
                <a:alpha val="5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pic>
        <p:nvPicPr>
          <p:cNvPr id="109" name="Picture 7" descr="Logo&#10;&#10;Description automatically generated"/>
          <p:cNvPicPr/>
          <p:nvPr/>
        </p:nvPicPr>
        <p:blipFill>
          <a:blip r:embed="rId2"/>
          <a:stretch/>
        </p:blipFill>
        <p:spPr>
          <a:xfrm>
            <a:off x="10485000" y="6437880"/>
            <a:ext cx="1125360" cy="364680"/>
          </a:xfrm>
          <a:prstGeom prst="rect">
            <a:avLst/>
          </a:prstGeom>
          <a:ln w="0">
            <a:noFill/>
          </a:ln>
        </p:spPr>
      </p:pic>
      <p:sp>
        <p:nvSpPr>
          <p:cNvPr id="110" name="PlaceHolder 1"/>
          <p:cNvSpPr>
            <a:spLocks noGrp="1"/>
          </p:cNvSpPr>
          <p:nvPr>
            <p:ph type="title"/>
          </p:nvPr>
        </p:nvSpPr>
        <p:spPr>
          <a:xfrm>
            <a:off x="581040" y="4693320"/>
            <a:ext cx="1102932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cap="all">
                <a:solidFill>
                  <a:schemeClr val="dk1">
                    <a:lumMod val="75000"/>
                    <a:lumOff val="25000"/>
                  </a:schemeClr>
                </a:solidFill>
                <a:latin typeface="Franklin Gothic Demi"/>
              </a:rPr>
              <a:t>Click to edit Master title style</a:t>
            </a:r>
            <a:endParaRPr b="0" lang="en-US" sz="2400" spc="-1" strike="noStrike">
              <a:solidFill>
                <a:schemeClr val="dk1"/>
              </a:solidFill>
              <a:latin typeface="Franklin Gothic Book"/>
            </a:endParaRPr>
          </a:p>
        </p:txBody>
      </p:sp>
      <p:sp>
        <p:nvSpPr>
          <p:cNvPr id="111" name="PlaceHolder 2"/>
          <p:cNvSpPr>
            <a:spLocks noGrp="1"/>
          </p:cNvSpPr>
          <p:nvPr>
            <p:ph type="body"/>
          </p:nvPr>
        </p:nvSpPr>
        <p:spPr>
          <a:xfrm>
            <a:off x="447840" y="641520"/>
            <a:ext cx="11290320" cy="365076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1600" spc="-1" strike="noStrike">
                <a:solidFill>
                  <a:schemeClr val="dk1"/>
                </a:solidFill>
                <a:latin typeface="Franklin Gothic Book"/>
              </a:rPr>
              <a:t>Click icon to add picture</a:t>
            </a:r>
            <a:endParaRPr b="0" lang="en-US" sz="1600" spc="-1" strike="noStrike">
              <a:solidFill>
                <a:schemeClr val="dk1">
                  <a:lumMod val="75000"/>
                  <a:lumOff val="25000"/>
                </a:schemeClr>
              </a:solidFill>
              <a:latin typeface="Franklin Gothic Book"/>
            </a:endParaRPr>
          </a:p>
        </p:txBody>
      </p:sp>
      <p:sp>
        <p:nvSpPr>
          <p:cNvPr id="112" name="PlaceHolder 3"/>
          <p:cNvSpPr>
            <a:spLocks noGrp="1"/>
          </p:cNvSpPr>
          <p:nvPr>
            <p:ph type="body"/>
          </p:nvPr>
        </p:nvSpPr>
        <p:spPr>
          <a:xfrm>
            <a:off x="581040" y="5259960"/>
            <a:ext cx="11029320" cy="997920"/>
          </a:xfrm>
          <a:prstGeom prst="rect">
            <a:avLst/>
          </a:prstGeom>
          <a:noFill/>
          <a:ln w="0">
            <a:noFill/>
          </a:ln>
        </p:spPr>
        <p:txBody>
          <a:bodyPr lIns="91440" rIns="91440" tIns="45720" bIns="45720" anchor="t">
            <a:normAutofit/>
          </a:bodyPr>
          <a:p>
            <a:pPr indent="0" defTabSz="457200">
              <a:lnSpc>
                <a:spcPct val="110000"/>
              </a:lnSpc>
              <a:spcBef>
                <a:spcPts val="320"/>
              </a:spcBef>
              <a:spcAft>
                <a:spcPts val="601"/>
              </a:spcAft>
              <a:buNone/>
              <a:tabLst>
                <a:tab algn="l" pos="0"/>
              </a:tabLst>
            </a:pPr>
            <a:r>
              <a:rPr b="0" lang="en-US" sz="1600" spc="-1" strike="noStrike">
                <a:solidFill>
                  <a:schemeClr val="dk1">
                    <a:lumMod val="75000"/>
                    <a:lumOff val="25000"/>
                  </a:schemeClr>
                </a:solidFill>
                <a:latin typeface="Franklin Gothic Book"/>
              </a:rPr>
              <a:t>Click to edit Master text styles</a:t>
            </a:r>
            <a:endParaRPr b="0" lang="en-US" sz="1600" spc="-1" strike="noStrike">
              <a:solidFill>
                <a:schemeClr val="dk1">
                  <a:lumMod val="75000"/>
                  <a:lumOff val="25000"/>
                </a:schemeClr>
              </a:solidFill>
              <a:latin typeface="Franklin Gothic Book"/>
            </a:endParaRPr>
          </a:p>
        </p:txBody>
      </p:sp>
      <p:sp>
        <p:nvSpPr>
          <p:cNvPr id="113" name="PlaceHolder 4"/>
          <p:cNvSpPr>
            <a:spLocks noGrp="1"/>
          </p:cNvSpPr>
          <p:nvPr>
            <p:ph type="dt" idx="29"/>
          </p:nvPr>
        </p:nvSpPr>
        <p:spPr>
          <a:xfrm>
            <a:off x="7606080" y="6423840"/>
            <a:ext cx="2844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r>
              <a:rPr b="0" lang="en-US" sz="900" spc="-1" strike="noStrike">
                <a:solidFill>
                  <a:schemeClr val="dk1">
                    <a:lumMod val="75000"/>
                    <a:lumOff val="25000"/>
                  </a:schemeClr>
                </a:solidFill>
                <a:latin typeface="Franklin Gothic Book"/>
              </a:rPr>
              <a:t>&lt;date/time&gt;</a:t>
            </a:r>
            <a:endParaRPr b="0" lang="en-US" sz="900" spc="-1" strike="noStrike">
              <a:solidFill>
                <a:srgbClr val="000000"/>
              </a:solidFill>
              <a:latin typeface="Times New Roman"/>
            </a:endParaRPr>
          </a:p>
        </p:txBody>
      </p:sp>
      <p:sp>
        <p:nvSpPr>
          <p:cNvPr id="114" name="PlaceHolder 5"/>
          <p:cNvSpPr>
            <a:spLocks noGrp="1"/>
          </p:cNvSpPr>
          <p:nvPr>
            <p:ph type="ftr" idx="30"/>
          </p:nvPr>
        </p:nvSpPr>
        <p:spPr>
          <a:xfrm>
            <a:off x="581040" y="6423840"/>
            <a:ext cx="6916680" cy="36468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5" name="PlaceHolder 6"/>
          <p:cNvSpPr>
            <a:spLocks noGrp="1"/>
          </p:cNvSpPr>
          <p:nvPr>
            <p:ph type="sldNum" idx="31"/>
          </p:nvPr>
        </p:nvSpPr>
        <p:spPr>
          <a:xfrm>
            <a:off x="10558440" y="6423840"/>
            <a:ext cx="105228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900" spc="-1" strike="noStrike">
                <a:solidFill>
                  <a:schemeClr val="dk1">
                    <a:lumMod val="75000"/>
                    <a:lumOff val="25000"/>
                  </a:schemeClr>
                </a:solidFill>
                <a:latin typeface="Franklin Gothic Book"/>
              </a:defRPr>
            </a:lvl1pPr>
          </a:lstStyle>
          <a:p>
            <a:pPr indent="0" algn="r" defTabSz="914400">
              <a:lnSpc>
                <a:spcPct val="100000"/>
              </a:lnSpc>
              <a:buNone/>
            </a:pPr>
            <a:fld id="{494E4FF6-F943-4547-A0A6-60631973DEB2}" type="slidenum">
              <a:rPr b="0" lang="en-US" sz="900" spc="-1" strike="noStrike">
                <a:solidFill>
                  <a:schemeClr val="dk1">
                    <a:lumMod val="75000"/>
                    <a:lumOff val="25000"/>
                  </a:schemeClr>
                </a:solidFill>
                <a:latin typeface="Franklin Gothic Book"/>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1359000" y="1821600"/>
            <a:ext cx="9143640" cy="977400"/>
          </a:xfrm>
          <a:prstGeom prst="rect">
            <a:avLst/>
          </a:prstGeom>
          <a:noFill/>
          <a:ln w="0">
            <a:noFill/>
          </a:ln>
        </p:spPr>
        <p:txBody>
          <a:bodyPr lIns="91440" rIns="91440" tIns="45720" bIns="45720" anchor="b">
            <a:noAutofit/>
          </a:bodyPr>
          <a:p>
            <a:pPr indent="0" algn="ctr" defTabSz="457200">
              <a:lnSpc>
                <a:spcPct val="100000"/>
              </a:lnSpc>
              <a:buNone/>
            </a:pPr>
            <a:r>
              <a:rPr b="1" lang="en-US" sz="2000" spc="-1" strike="noStrike" cap="all">
                <a:solidFill>
                  <a:schemeClr val="accent1"/>
                </a:solidFill>
                <a:latin typeface="Arial"/>
              </a:rPr>
              <a:t>Tracking Maternal Health Progress Toward SDG 3.1</a:t>
            </a:r>
            <a:endParaRPr b="0" lang="en-US" sz="2000" spc="-1" strike="noStrike">
              <a:solidFill>
                <a:schemeClr val="dk1"/>
              </a:solidFill>
              <a:latin typeface="Franklin Gothic Book"/>
            </a:endParaRPr>
          </a:p>
        </p:txBody>
      </p:sp>
      <p:sp>
        <p:nvSpPr>
          <p:cNvPr id="117" name="TextBox 2"/>
          <p:cNvSpPr/>
          <p:nvPr/>
        </p:nvSpPr>
        <p:spPr>
          <a:xfrm>
            <a:off x="-329760" y="1034280"/>
            <a:ext cx="12726360" cy="578880"/>
          </a:xfrm>
          <a:prstGeom prst="rect">
            <a:avLst/>
          </a:prstGeom>
          <a:noFill/>
          <a:ln w="0">
            <a:noFill/>
          </a:ln>
        </p:spPr>
        <p:style>
          <a:lnRef idx="0"/>
          <a:fillRef idx="0"/>
          <a:effectRef idx="0"/>
          <a:fontRef idx="minor"/>
        </p:style>
        <p:txBody>
          <a:bodyPr anchor="t">
            <a:spAutoFit/>
          </a:bodyPr>
          <a:p>
            <a:pPr algn="ctr" defTabSz="914400">
              <a:lnSpc>
                <a:spcPct val="100000"/>
              </a:lnSpc>
            </a:pPr>
            <a:r>
              <a:rPr b="1" lang="en-US" sz="3200" spc="-1" strike="noStrike">
                <a:solidFill>
                  <a:schemeClr val="accent1">
                    <a:lumMod val="75000"/>
                  </a:schemeClr>
                </a:solidFill>
                <a:latin typeface="Arial"/>
              </a:rPr>
              <a:t>IBM EDUNET PROJECT</a:t>
            </a:r>
            <a:endParaRPr b="0" lang="en-US" sz="3200" spc="-1" strike="noStrike">
              <a:solidFill>
                <a:srgbClr val="000000"/>
              </a:solidFill>
              <a:latin typeface="Arial"/>
            </a:endParaRPr>
          </a:p>
        </p:txBody>
      </p:sp>
      <p:sp>
        <p:nvSpPr>
          <p:cNvPr id="118" name="TextBox 3"/>
          <p:cNvSpPr/>
          <p:nvPr/>
        </p:nvSpPr>
        <p:spPr>
          <a:xfrm>
            <a:off x="3117600" y="4586400"/>
            <a:ext cx="7979760" cy="700920"/>
          </a:xfrm>
          <a:prstGeom prst="rect">
            <a:avLst/>
          </a:prstGeom>
          <a:noFill/>
          <a:ln w="0">
            <a:noFill/>
          </a:ln>
        </p:spPr>
        <p:style>
          <a:lnRef idx="0"/>
          <a:fillRef idx="0"/>
          <a:effectRef idx="0"/>
          <a:fontRef idx="minor"/>
        </p:style>
        <p:txBody>
          <a:bodyPr anchor="t">
            <a:spAutoFit/>
          </a:bodyPr>
          <a:p>
            <a:pPr defTabSz="914400">
              <a:lnSpc>
                <a:spcPct val="100000"/>
              </a:lnSpc>
            </a:pPr>
            <a:r>
              <a:rPr b="1" lang="en-US" sz="2000" spc="-1" strike="noStrike">
                <a:solidFill>
                  <a:schemeClr val="accent1">
                    <a:lumMod val="75000"/>
                  </a:schemeClr>
                </a:solidFill>
                <a:latin typeface="Arial"/>
              </a:rPr>
              <a:t>Presented By:</a:t>
            </a:r>
            <a:endParaRPr b="0" lang="en-US" sz="2000" spc="-1" strike="noStrike">
              <a:solidFill>
                <a:srgbClr val="000000"/>
              </a:solidFill>
              <a:latin typeface="Arial"/>
            </a:endParaRPr>
          </a:p>
          <a:p>
            <a:pPr defTabSz="914400">
              <a:lnSpc>
                <a:spcPct val="100000"/>
              </a:lnSpc>
            </a:pPr>
            <a:r>
              <a:rPr b="1" lang="en-US" sz="2000" spc="-1" strike="noStrike">
                <a:solidFill>
                  <a:schemeClr val="accent1">
                    <a:lumMod val="75000"/>
                  </a:schemeClr>
                </a:solidFill>
                <a:latin typeface="Arial"/>
              </a:rPr>
              <a:t>1. Siddharth Raj-Haridwar University-CSE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49600" y="558360"/>
            <a:ext cx="10515240" cy="1325160"/>
          </a:xfrm>
          <a:prstGeom prst="rect">
            <a:avLst/>
          </a:prstGeom>
          <a:noFill/>
          <a:ln w="0">
            <a:noFill/>
          </a:ln>
        </p:spPr>
        <p:txBody>
          <a:bodyPr lIns="91440" rIns="91440" tIns="45720" bIns="45720" anchor="b">
            <a:noAutofit/>
          </a:bodyPr>
          <a:p>
            <a:pPr indent="0" defTabSz="457200">
              <a:lnSpc>
                <a:spcPct val="100000"/>
              </a:lnSpc>
              <a:buNone/>
            </a:pPr>
            <a:r>
              <a:rPr b="1" lang="en-US" sz="2800" spc="-1" strike="noStrike" cap="all">
                <a:solidFill>
                  <a:srgbClr val="002060"/>
                </a:solidFill>
                <a:latin typeface="Arial"/>
              </a:rPr>
              <a:t>OUTLINE</a:t>
            </a:r>
            <a:endParaRPr b="0" lang="en-US" sz="2800" spc="-1" strike="noStrike">
              <a:solidFill>
                <a:schemeClr val="dk1"/>
              </a:solidFill>
              <a:latin typeface="Franklin Gothic Book"/>
            </a:endParaRPr>
          </a:p>
        </p:txBody>
      </p:sp>
      <p:sp>
        <p:nvSpPr>
          <p:cNvPr id="120" name="PlaceHolder 2"/>
          <p:cNvSpPr>
            <a:spLocks noGrp="1"/>
          </p:cNvSpPr>
          <p:nvPr>
            <p:ph/>
          </p:nvPr>
        </p:nvSpPr>
        <p:spPr>
          <a:xfrm>
            <a:off x="838080" y="1618920"/>
            <a:ext cx="11018520" cy="5238720"/>
          </a:xfrm>
          <a:prstGeom prst="rect">
            <a:avLst/>
          </a:prstGeom>
          <a:noFill/>
          <a:ln w="0">
            <a:noFill/>
          </a:ln>
        </p:spPr>
        <p:txBody>
          <a:bodyPr lIns="91440" rIns="91440" tIns="45720" bIns="45720" anchor="t">
            <a:noAutofit/>
          </a:bodyPr>
          <a:p>
            <a:pPr indent="0" defTabSz="457200">
              <a:lnSpc>
                <a:spcPct val="110000"/>
              </a:lnSpc>
              <a:spcBef>
                <a:spcPts val="400"/>
              </a:spcBef>
              <a:spcAft>
                <a:spcPts val="601"/>
              </a:spcAft>
              <a:buNone/>
              <a:tabLst>
                <a:tab algn="l" pos="0"/>
              </a:tabLst>
            </a:pPr>
            <a:r>
              <a:rPr b="1" lang="en-US" sz="2000" spc="-1" strike="noStrike">
                <a:solidFill>
                  <a:schemeClr val="dk1">
                    <a:lumMod val="75000"/>
                    <a:lumOff val="25000"/>
                  </a:schemeClr>
                </a:solidFill>
                <a:latin typeface="Arial"/>
                <a:ea typeface="Franklin Gothic Book"/>
              </a:rPr>
              <a:t>  </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Problem Statement </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Proposed System/Solution</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System </a:t>
            </a:r>
            <a:r>
              <a:rPr b="1" lang="en-US" sz="2000" spc="-1" strike="noStrike">
                <a:solidFill>
                  <a:schemeClr val="dk1">
                    <a:lumMod val="75000"/>
                    <a:lumOff val="25000"/>
                  </a:schemeClr>
                </a:solidFill>
                <a:latin typeface="Arial"/>
                <a:ea typeface="Franklin Gothic Book"/>
              </a:rPr>
              <a:t>Development Approach</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TECHNOLOGY USED </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Algorithm &amp; Deployment  </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Result </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Conclusion</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Git-hub Link</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Future Scope</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400"/>
              </a:spcBef>
              <a:spcAft>
                <a:spcPts val="601"/>
              </a:spcAft>
              <a:buClr>
                <a:srgbClr val="1cade4"/>
              </a:buClr>
              <a:buSzPct val="92000"/>
              <a:buFont typeface="Wingdings 2" charset="2"/>
              <a:buChar char=""/>
              <a:tabLst>
                <a:tab algn="l" pos="0"/>
              </a:tabLst>
            </a:pPr>
            <a:r>
              <a:rPr b="1" lang="en-US" sz="2000" spc="-1" strike="noStrike">
                <a:solidFill>
                  <a:schemeClr val="dk1">
                    <a:lumMod val="75000"/>
                    <a:lumOff val="25000"/>
                  </a:schemeClr>
                </a:solidFill>
                <a:latin typeface="Arial"/>
                <a:ea typeface="Franklin Gothic Book"/>
              </a:rPr>
              <a:t>References</a:t>
            </a:r>
            <a:endParaRPr b="0" lang="en-US" sz="2000" spc="-1" strike="noStrike">
              <a:solidFill>
                <a:schemeClr val="dk1">
                  <a:lumMod val="75000"/>
                  <a:lumOff val="25000"/>
                </a:schemeClr>
              </a:solidFill>
              <a:latin typeface="Franklin Gothic Book"/>
            </a:endParaRPr>
          </a:p>
          <a:p>
            <a:pPr indent="0" defTabSz="457200">
              <a:lnSpc>
                <a:spcPct val="110000"/>
              </a:lnSpc>
              <a:spcBef>
                <a:spcPts val="340"/>
              </a:spcBef>
              <a:spcAft>
                <a:spcPts val="601"/>
              </a:spcAft>
              <a:buNone/>
              <a:tabLst>
                <a:tab algn="l" pos="0"/>
              </a:tabLst>
            </a:pPr>
            <a:endParaRPr b="0" lang="en-US" sz="17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rPr>
              <a:t>Problem Statement</a:t>
            </a:r>
            <a:endParaRPr b="0" lang="en-US" sz="4400" spc="-1" strike="noStrike">
              <a:solidFill>
                <a:schemeClr val="dk1"/>
              </a:solidFill>
              <a:latin typeface="Franklin Gothic Book"/>
            </a:endParaRPr>
          </a:p>
        </p:txBody>
      </p:sp>
      <p:sp>
        <p:nvSpPr>
          <p:cNvPr id="122" name="PlaceHolder 2"/>
          <p:cNvSpPr>
            <a:spLocks noGrp="1"/>
          </p:cNvSpPr>
          <p:nvPr>
            <p:ph/>
          </p:nvPr>
        </p:nvSpPr>
        <p:spPr>
          <a:xfrm>
            <a:off x="452520" y="1237680"/>
            <a:ext cx="11029320" cy="4672800"/>
          </a:xfrm>
          <a:prstGeom prst="rect">
            <a:avLst/>
          </a:prstGeom>
          <a:noFill/>
          <a:ln w="0">
            <a:noFill/>
          </a:ln>
        </p:spPr>
        <p:txBody>
          <a:bodyPr lIns="91440" rIns="91440" tIns="45720" bIns="45720" anchor="ctr">
            <a:noAutofit/>
          </a:bodyPr>
          <a:p>
            <a:pPr indent="0" defTabSz="457200">
              <a:lnSpc>
                <a:spcPct val="110000"/>
              </a:lnSpc>
              <a:spcBef>
                <a:spcPts val="1191"/>
              </a:spcBef>
              <a:spcAft>
                <a:spcPts val="992"/>
              </a:spcAft>
              <a:buNone/>
              <a:tabLst>
                <a:tab algn="l" pos="0"/>
              </a:tabLst>
            </a:pPr>
            <a:r>
              <a:rPr b="1" lang="en-IN" sz="3000" spc="-1" strike="noStrike">
                <a:solidFill>
                  <a:srgbClr val="0f0f0f"/>
                </a:solidFill>
                <a:latin typeface="Franklin Gothic Book"/>
                <a:ea typeface="Franklin Gothic Book"/>
              </a:rPr>
              <a:t>The Challenge:</a:t>
            </a:r>
            <a:r>
              <a:rPr b="1" lang="en-IN" sz="1800" spc="-1" strike="noStrike">
                <a:solidFill>
                  <a:srgbClr val="0f0f0f"/>
                </a:solidFill>
                <a:latin typeface="Franklin Gothic Book"/>
                <a:ea typeface="Franklin Gothic Book"/>
              </a:rPr>
              <a:t> </a:t>
            </a:r>
            <a:r>
              <a:rPr b="0" lang="en-IN" sz="2500" spc="-1" strike="noStrike">
                <a:solidFill>
                  <a:srgbClr val="0f0f0f"/>
                </a:solidFill>
                <a:latin typeface="Franklin Gothic Book"/>
                <a:ea typeface="Franklin Gothic Book"/>
              </a:rPr>
              <a:t>Maternal mortality remains a major global health concern, with large disparities across regions and income groups. Under Sustainable Development Goal (SDG) 3.1, countries aim to reduce the maternal mortality ratio to less than 70 per 100,000 live births by 2030. However, monitoring progress toward this target is challenging due to the involvement of multiple influencing factors such as antenatal care coverage, skilled birth attendance, adolescent birth rates, and healthcare expenditure. Manual analysis of these indicators across countries is time-consuming and limits timely, data-driven decision-making.</a:t>
            </a:r>
            <a:endParaRPr b="0" lang="en-US" sz="2500" spc="-1" strike="noStrike">
              <a:solidFill>
                <a:schemeClr val="dk1">
                  <a:lumMod val="75000"/>
                  <a:lumOff val="25000"/>
                </a:schemeClr>
              </a:solidFill>
              <a:latin typeface="Franklin Gothic Book"/>
            </a:endParaRPr>
          </a:p>
          <a:p>
            <a:pPr indent="0" defTabSz="457200">
              <a:lnSpc>
                <a:spcPct val="110000"/>
              </a:lnSpc>
              <a:spcBef>
                <a:spcPts val="340"/>
              </a:spcBef>
              <a:spcAft>
                <a:spcPts val="601"/>
              </a:spcAft>
              <a:buNone/>
              <a:tabLst>
                <a:tab algn="l" pos="0"/>
              </a:tabLst>
            </a:pPr>
            <a:endParaRPr b="0" lang="en-US" sz="17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rPr>
              <a:t>Proposed Solution</a:t>
            </a:r>
            <a:endParaRPr b="0" lang="en-US" sz="4400" spc="-1" strike="noStrike">
              <a:solidFill>
                <a:schemeClr val="dk1"/>
              </a:solidFill>
              <a:latin typeface="Franklin Gothic Book"/>
            </a:endParaRPr>
          </a:p>
        </p:txBody>
      </p:sp>
      <p:sp>
        <p:nvSpPr>
          <p:cNvPr id="124" name="PlaceHolder 2"/>
          <p:cNvSpPr>
            <a:spLocks noGrp="1"/>
          </p:cNvSpPr>
          <p:nvPr>
            <p:ph/>
          </p:nvPr>
        </p:nvSpPr>
        <p:spPr>
          <a:xfrm>
            <a:off x="441720" y="1087200"/>
            <a:ext cx="11613240" cy="5563440"/>
          </a:xfrm>
          <a:prstGeom prst="rect">
            <a:avLst/>
          </a:prstGeom>
          <a:noFill/>
          <a:ln w="0">
            <a:noFill/>
          </a:ln>
        </p:spPr>
        <p:txBody>
          <a:bodyPr lIns="91440" rIns="91440" tIns="45720" bIns="45720" anchor="ctr">
            <a:noAutofit/>
          </a:bodyPr>
          <a:p>
            <a:pPr indent="0" defTabSz="457200">
              <a:lnSpc>
                <a:spcPct val="110000"/>
              </a:lnSpc>
              <a:spcBef>
                <a:spcPts val="241"/>
              </a:spcBef>
              <a:spcAft>
                <a:spcPts val="601"/>
              </a:spcAft>
              <a:buNone/>
            </a:pPr>
            <a:endParaRPr b="0" lang="en-US" sz="22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1" lang="en-IN" sz="2200" spc="-1" strike="noStrike">
                <a:solidFill>
                  <a:schemeClr val="dk1">
                    <a:lumMod val="75000"/>
                    <a:lumOff val="25000"/>
                  </a:schemeClr>
                </a:solidFill>
                <a:latin typeface="Calibri"/>
                <a:ea typeface="Franklin Gothic Book"/>
              </a:rPr>
              <a:t>This project uses maternal health data from the AI Kosh SDG dataset and analyzes it using IBM Cloud Lite services. By using IBM watsonx.ai Studio, the project studies how factors like antenatal care, skilled birth attendance, adolescent birth rates, and healthcare spending affect maternal mortality. The goal is to understand which countries are doing well and which are at risk in achieving SDG 3.1.</a:t>
            </a:r>
            <a:endParaRPr b="0" lang="en-US" sz="2200" spc="-1" strike="noStrike">
              <a:solidFill>
                <a:schemeClr val="dk1">
                  <a:lumMod val="75000"/>
                  <a:lumOff val="25000"/>
                </a:schemeClr>
              </a:solidFill>
              <a:latin typeface="Franklin Gothic Book"/>
            </a:endParaRPr>
          </a:p>
          <a:p>
            <a:pPr lvl="1" marL="630000" indent="-305280" defTabSz="457200">
              <a:lnSpc>
                <a:spcPct val="100000"/>
              </a:lnSpc>
              <a:spcBef>
                <a:spcPts val="1191"/>
              </a:spcBef>
              <a:spcAft>
                <a:spcPts val="992"/>
              </a:spcAft>
              <a:buClr>
                <a:srgbClr val="1cade4"/>
              </a:buClr>
              <a:buSzPct val="92000"/>
              <a:buFont typeface="Wingdings 2" charset="2"/>
              <a:buChar char=""/>
            </a:pPr>
            <a:r>
              <a:rPr b="1" lang="en-IN" sz="2200" spc="-1" strike="noStrike">
                <a:solidFill>
                  <a:schemeClr val="dk1">
                    <a:lumMod val="75000"/>
                    <a:lumOff val="25000"/>
                  </a:schemeClr>
                </a:solidFill>
                <a:latin typeface="Calibri"/>
                <a:ea typeface="Franklin Gothic Book"/>
              </a:rPr>
              <a:t>Analyzes country-wise maternal health data using IBM Cloud.</a:t>
            </a:r>
            <a:endParaRPr b="0" lang="en-US" sz="2200" spc="-1" strike="noStrike">
              <a:solidFill>
                <a:schemeClr val="dk1">
                  <a:lumMod val="75000"/>
                  <a:lumOff val="25000"/>
                </a:schemeClr>
              </a:solidFill>
              <a:latin typeface="Franklin Gothic Book"/>
            </a:endParaRPr>
          </a:p>
          <a:p>
            <a:pPr lvl="1" marL="630000" indent="-305280" defTabSz="457200">
              <a:lnSpc>
                <a:spcPct val="100000"/>
              </a:lnSpc>
              <a:spcBef>
                <a:spcPts val="1191"/>
              </a:spcBef>
              <a:spcAft>
                <a:spcPts val="992"/>
              </a:spcAft>
              <a:buClr>
                <a:srgbClr val="1cade4"/>
              </a:buClr>
              <a:buSzPct val="92000"/>
              <a:buFont typeface="Wingdings 2" charset="2"/>
              <a:buChar char=""/>
            </a:pPr>
            <a:r>
              <a:rPr b="1" lang="en-IN" sz="2200" spc="-1" strike="noStrike">
                <a:solidFill>
                  <a:schemeClr val="dk1">
                    <a:lumMod val="75000"/>
                    <a:lumOff val="25000"/>
                  </a:schemeClr>
                </a:solidFill>
                <a:latin typeface="Calibri"/>
                <a:ea typeface="Franklin Gothic Book"/>
              </a:rPr>
              <a:t>Uses machine learning to predict maternal mortality risk.</a:t>
            </a:r>
            <a:endParaRPr b="0" lang="en-US" sz="2200" spc="-1" strike="noStrike">
              <a:solidFill>
                <a:schemeClr val="dk1">
                  <a:lumMod val="75000"/>
                  <a:lumOff val="25000"/>
                </a:schemeClr>
              </a:solidFill>
              <a:latin typeface="Franklin Gothic Book"/>
            </a:endParaRPr>
          </a:p>
          <a:p>
            <a:pPr lvl="1" marL="630000" indent="-305280" defTabSz="457200">
              <a:lnSpc>
                <a:spcPct val="100000"/>
              </a:lnSpc>
              <a:spcBef>
                <a:spcPts val="1191"/>
              </a:spcBef>
              <a:spcAft>
                <a:spcPts val="992"/>
              </a:spcAft>
              <a:buClr>
                <a:srgbClr val="1cade4"/>
              </a:buClr>
              <a:buSzPct val="92000"/>
              <a:buFont typeface="Wingdings 2" charset="2"/>
              <a:buChar char=""/>
            </a:pPr>
            <a:r>
              <a:rPr b="1" lang="en-IN" sz="2200" spc="-1" strike="noStrike">
                <a:solidFill>
                  <a:schemeClr val="dk1">
                    <a:lumMod val="75000"/>
                    <a:lumOff val="25000"/>
                  </a:schemeClr>
                </a:solidFill>
                <a:latin typeface="Franklin Gothic Book"/>
                <a:ea typeface="Franklin Gothic Book"/>
              </a:rPr>
              <a:t>Helps track progress toward the SDG 3.1 target.</a:t>
            </a:r>
            <a:endParaRPr b="0" lang="en-US" sz="2200" spc="-1" strike="noStrike">
              <a:solidFill>
                <a:schemeClr val="dk1">
                  <a:lumMod val="75000"/>
                  <a:lumOff val="25000"/>
                </a:schemeClr>
              </a:solidFill>
              <a:latin typeface="Franklin Gothic Book"/>
            </a:endParaRPr>
          </a:p>
          <a:p>
            <a:pPr indent="0" defTabSz="457200">
              <a:lnSpc>
                <a:spcPct val="110000"/>
              </a:lnSpc>
              <a:spcBef>
                <a:spcPts val="340"/>
              </a:spcBef>
              <a:spcAft>
                <a:spcPts val="601"/>
              </a:spcAft>
              <a:buNone/>
              <a:tabLst>
                <a:tab algn="l" pos="0"/>
              </a:tabLst>
            </a:pPr>
            <a:endParaRPr b="0" lang="en-US" sz="22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581040" y="6624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System  Approach</a:t>
            </a:r>
            <a:endParaRPr b="0" lang="en-US" sz="4400" spc="-1" strike="noStrike">
              <a:solidFill>
                <a:schemeClr val="dk1"/>
              </a:solidFill>
              <a:latin typeface="Franklin Gothic Book"/>
            </a:endParaRPr>
          </a:p>
        </p:txBody>
      </p:sp>
      <p:sp>
        <p:nvSpPr>
          <p:cNvPr id="126" name="PlaceHolder 2"/>
          <p:cNvSpPr>
            <a:spLocks noGrp="1"/>
          </p:cNvSpPr>
          <p:nvPr>
            <p:ph/>
          </p:nvPr>
        </p:nvSpPr>
        <p:spPr>
          <a:xfrm>
            <a:off x="581040" y="1302120"/>
            <a:ext cx="11029320" cy="4672800"/>
          </a:xfrm>
          <a:prstGeom prst="rect">
            <a:avLst/>
          </a:prstGeom>
          <a:noFill/>
          <a:ln w="0">
            <a:noFill/>
          </a:ln>
        </p:spPr>
        <p:txBody>
          <a:bodyPr lIns="91440" rIns="91440" tIns="45720" bIns="45720" anchor="ctr">
            <a:noAutofit/>
          </a:bodyPr>
          <a:p>
            <a:pPr indent="0" defTabSz="457200">
              <a:lnSpc>
                <a:spcPct val="110000"/>
              </a:lnSpc>
              <a:spcBef>
                <a:spcPts val="1191"/>
              </a:spcBef>
              <a:spcAft>
                <a:spcPts val="992"/>
              </a:spcAft>
              <a:buNone/>
              <a:tabLst>
                <a:tab algn="l" pos="0"/>
              </a:tabLst>
            </a:pPr>
            <a:r>
              <a:rPr b="1" lang="en-IN" sz="1800" spc="-1" strike="noStrike">
                <a:solidFill>
                  <a:srgbClr val="0f0f0f"/>
                </a:solidFill>
                <a:latin typeface="Franklin Gothic Book"/>
                <a:ea typeface="Franklin Gothic Book"/>
              </a:rPr>
              <a:t>The system collects maternal health data from the AI Kosh dataset and processes it using Python on IBM watsonx.ai Studio. Machine learning models are built and deployed on IBM Cloud Lite to analyze maternal mortality and track progress toward SDG 3.1.</a:t>
            </a:r>
            <a:endParaRPr b="0" lang="en-US" sz="18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1" lang="en-IN" sz="1800" spc="-1" strike="noStrike">
                <a:solidFill>
                  <a:srgbClr val="0f0f0f"/>
                </a:solidFill>
                <a:latin typeface="Franklin Gothic Book"/>
                <a:ea typeface="Franklin Gothic Book"/>
              </a:rPr>
              <a:t>Collect maternal health data from the AI Kosh SDG dataset.</a:t>
            </a:r>
            <a:endParaRPr b="0" lang="en-US" sz="18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1" lang="en-IN" sz="1800" spc="-1" strike="noStrike">
                <a:solidFill>
                  <a:srgbClr val="0f0f0f"/>
                </a:solidFill>
                <a:latin typeface="Franklin Gothic Book"/>
                <a:ea typeface="Franklin Gothic Book"/>
              </a:rPr>
              <a:t>Preprocess and clean the data using Python.</a:t>
            </a:r>
            <a:endParaRPr b="0" lang="en-US" sz="18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1" lang="en-IN" sz="1800" spc="-1" strike="noStrike">
                <a:solidFill>
                  <a:srgbClr val="0f0f0f"/>
                </a:solidFill>
                <a:latin typeface="Franklin Gothic Book"/>
                <a:ea typeface="Franklin Gothic Book"/>
              </a:rPr>
              <a:t>Analyze key indicators affecting maternal mortality.</a:t>
            </a:r>
            <a:endParaRPr b="0" lang="en-US" sz="18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1" lang="en-IN" sz="1800" spc="-1" strike="noStrike">
                <a:solidFill>
                  <a:srgbClr val="0f0f0f"/>
                </a:solidFill>
                <a:latin typeface="Franklin Gothic Book"/>
                <a:ea typeface="Franklin Gothic Book"/>
              </a:rPr>
              <a:t>Build machine learning models using IBM watsonx.ai Studio.</a:t>
            </a:r>
            <a:endParaRPr b="0" lang="en-US" sz="18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1" lang="en-IN" sz="1800" spc="-1" strike="noStrike">
                <a:solidFill>
                  <a:srgbClr val="0f0f0f"/>
                </a:solidFill>
                <a:latin typeface="Franklin Gothic Book"/>
                <a:ea typeface="Franklin Gothic Book"/>
              </a:rPr>
              <a:t>Deploy the best model on IBM Cloud Lite for prediction.</a:t>
            </a:r>
            <a:endParaRPr b="0" lang="en-US" sz="18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spcBef>
                <a:spcPts val="1191"/>
              </a:spcBef>
              <a:spcAft>
                <a:spcPts val="992"/>
              </a:spcAft>
              <a:buNone/>
            </a:pPr>
            <a:r>
              <a:rPr b="1" lang="en-US" sz="4400" spc="-1" strike="noStrike" cap="all">
                <a:solidFill>
                  <a:schemeClr val="accent1"/>
                </a:solidFill>
                <a:latin typeface="Arial"/>
                <a:ea typeface="Franklin Gothic Demi"/>
              </a:rPr>
              <a:t>TECHNOLOGY USED</a:t>
            </a:r>
            <a:endParaRPr b="0" lang="en-US" sz="4400" spc="-1" strike="noStrike">
              <a:solidFill>
                <a:schemeClr val="dk1"/>
              </a:solidFill>
              <a:latin typeface="Franklin Gothic Book"/>
            </a:endParaRPr>
          </a:p>
        </p:txBody>
      </p:sp>
      <p:sp>
        <p:nvSpPr>
          <p:cNvPr id="128" name="PlaceHolder 2"/>
          <p:cNvSpPr>
            <a:spLocks noGrp="1"/>
          </p:cNvSpPr>
          <p:nvPr>
            <p:ph/>
          </p:nvPr>
        </p:nvSpPr>
        <p:spPr>
          <a:xfrm>
            <a:off x="581040" y="1302120"/>
            <a:ext cx="11029320" cy="4672800"/>
          </a:xfrm>
          <a:prstGeom prst="rect">
            <a:avLst/>
          </a:prstGeom>
          <a:noFill/>
          <a:ln w="0">
            <a:noFill/>
          </a:ln>
        </p:spPr>
        <p:txBody>
          <a:bodyPr lIns="91440" rIns="91440" tIns="45720" bIns="45720" anchor="ctr">
            <a:noAutofit/>
          </a:bodyPr>
          <a:p>
            <a:pPr marL="305280" indent="-305280" defTabSz="457200">
              <a:lnSpc>
                <a:spcPct val="110000"/>
              </a:lnSpc>
              <a:spcBef>
                <a:spcPts val="281"/>
              </a:spcBef>
              <a:spcAft>
                <a:spcPts val="601"/>
              </a:spcAft>
              <a:buClr>
                <a:srgbClr val="1cade4"/>
              </a:buClr>
              <a:buSzPct val="92000"/>
              <a:buFont typeface="Wingdings 2" charset="2"/>
              <a:buChar char=""/>
            </a:pPr>
            <a:r>
              <a:rPr b="0" lang="en-IN" sz="1400" spc="-1" strike="noStrike">
                <a:solidFill>
                  <a:schemeClr val="dk1">
                    <a:lumMod val="75000"/>
                    <a:lumOff val="25000"/>
                  </a:schemeClr>
                </a:solidFill>
                <a:latin typeface="Franklin Gothic Book"/>
                <a:ea typeface="Franklin Gothic Book"/>
              </a:rPr>
              <a:t>IBM cloud lite services</a:t>
            </a:r>
            <a:endParaRPr b="0" lang="en-US" sz="1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400" spc="-1" strike="noStrike">
                <a:solidFill>
                  <a:schemeClr val="dk1">
                    <a:lumMod val="75000"/>
                    <a:lumOff val="25000"/>
                  </a:schemeClr>
                </a:solidFill>
                <a:latin typeface="Franklin Gothic Book"/>
                <a:ea typeface="Franklin Gothic Book"/>
              </a:rPr>
              <a:t>IBM watsonx.ai Studio</a:t>
            </a:r>
            <a:endParaRPr b="0" lang="en-US" sz="1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400" spc="-1" strike="noStrike">
                <a:solidFill>
                  <a:schemeClr val="dk1">
                    <a:lumMod val="75000"/>
                    <a:lumOff val="25000"/>
                  </a:schemeClr>
                </a:solidFill>
                <a:latin typeface="Franklin Gothic Book"/>
                <a:ea typeface="Franklin Gothic Book"/>
              </a:rPr>
              <a:t>IBM AutoAI</a:t>
            </a:r>
            <a:endParaRPr b="0" lang="en-US" sz="1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400" spc="-1" strike="noStrike">
                <a:solidFill>
                  <a:schemeClr val="dk1">
                    <a:lumMod val="75000"/>
                    <a:lumOff val="25000"/>
                  </a:schemeClr>
                </a:solidFill>
                <a:latin typeface="Franklin Gothic Book"/>
                <a:ea typeface="Franklin Gothic Book"/>
              </a:rPr>
              <a:t>Python</a:t>
            </a:r>
            <a:endParaRPr b="0" lang="en-US" sz="1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400" spc="-1" strike="noStrike">
                <a:solidFill>
                  <a:schemeClr val="dk1">
                    <a:lumMod val="75000"/>
                    <a:lumOff val="25000"/>
                  </a:schemeClr>
                </a:solidFill>
                <a:latin typeface="Franklin Gothic Book"/>
                <a:ea typeface="Franklin Gothic Book"/>
              </a:rPr>
              <a:t>Jupyter Notebook</a:t>
            </a:r>
            <a:endParaRPr b="0" lang="en-US" sz="1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400" spc="-1" strike="noStrike">
                <a:solidFill>
                  <a:schemeClr val="dk1">
                    <a:lumMod val="75000"/>
                    <a:lumOff val="25000"/>
                  </a:schemeClr>
                </a:solidFill>
                <a:latin typeface="Franklin Gothic Book"/>
                <a:ea typeface="Franklin Gothic Book"/>
              </a:rPr>
              <a:t>AI Kosh SDG Dataset (CSV)</a:t>
            </a:r>
            <a:endParaRPr b="0" lang="en-US" sz="1400" spc="-1" strike="noStrike">
              <a:solidFill>
                <a:schemeClr val="dk1">
                  <a:lumMod val="75000"/>
                  <a:lumOff val="25000"/>
                </a:schemeClr>
              </a:solidFill>
              <a:latin typeface="Franklin Gothic Book"/>
            </a:endParaRPr>
          </a:p>
          <a:p>
            <a:pPr indent="0" defTabSz="457200">
              <a:lnSpc>
                <a:spcPct val="110000"/>
              </a:lnSpc>
              <a:spcBef>
                <a:spcPts val="340"/>
              </a:spcBef>
              <a:spcAft>
                <a:spcPts val="601"/>
              </a:spcAft>
              <a:buNone/>
            </a:pPr>
            <a:endParaRPr b="0" lang="en-US" sz="17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IBM CLOUD SERVICES USED</a:t>
            </a:r>
            <a:endParaRPr b="0" lang="en-US" sz="4400" spc="-1" strike="noStrike">
              <a:solidFill>
                <a:schemeClr val="dk1"/>
              </a:solidFill>
              <a:latin typeface="Franklin Gothic Book"/>
            </a:endParaRPr>
          </a:p>
        </p:txBody>
      </p:sp>
      <p:sp>
        <p:nvSpPr>
          <p:cNvPr id="130" name="PlaceHolder 2"/>
          <p:cNvSpPr>
            <a:spLocks noGrp="1"/>
          </p:cNvSpPr>
          <p:nvPr>
            <p:ph/>
          </p:nvPr>
        </p:nvSpPr>
        <p:spPr>
          <a:xfrm>
            <a:off x="581040" y="1302120"/>
            <a:ext cx="11029320" cy="4672800"/>
          </a:xfrm>
          <a:prstGeom prst="rect">
            <a:avLst/>
          </a:prstGeom>
          <a:noFill/>
          <a:ln w="0">
            <a:noFill/>
          </a:ln>
        </p:spPr>
        <p:txBody>
          <a:bodyPr lIns="91440" rIns="91440" tIns="45720" bIns="45720" anchor="ctr">
            <a:noAutofit/>
          </a:bodyPr>
          <a:p>
            <a:pPr marL="305280" indent="-305280" defTabSz="457200">
              <a:lnSpc>
                <a:spcPct val="110000"/>
              </a:lnSpc>
              <a:spcBef>
                <a:spcPts val="281"/>
              </a:spcBef>
              <a:spcAft>
                <a:spcPts val="601"/>
              </a:spcAft>
              <a:buClr>
                <a:srgbClr val="1cade4"/>
              </a:buClr>
              <a:buSzPct val="92000"/>
              <a:buFont typeface="Wingdings 2" charset="2"/>
              <a:buChar char=""/>
            </a:pPr>
            <a:r>
              <a:rPr b="1" lang="en-IN" sz="1400" spc="-1" strike="noStrike" u="sng">
                <a:solidFill>
                  <a:schemeClr val="dk1">
                    <a:lumMod val="75000"/>
                    <a:lumOff val="25000"/>
                  </a:schemeClr>
                </a:solidFill>
                <a:uFillTx/>
                <a:latin typeface="Franklin Gothic Book"/>
                <a:ea typeface="Franklin Gothic Book"/>
              </a:rPr>
              <a:t>IBM Cloud Watsonx AI Studio</a:t>
            </a:r>
            <a:endParaRPr b="1" lang="en-US" sz="1400" spc="-1" strike="noStrike" u="sng">
              <a:solidFill>
                <a:schemeClr val="dk1">
                  <a:lumMod val="75000"/>
                  <a:lumOff val="25000"/>
                </a:schemeClr>
              </a:solidFill>
              <a:uFillTx/>
              <a:latin typeface="Franklin Gothic Book"/>
            </a:endParaRPr>
          </a:p>
          <a:p>
            <a:pPr marL="305280" indent="-305280" defTabSz="457200">
              <a:lnSpc>
                <a:spcPct val="110000"/>
              </a:lnSpc>
              <a:spcBef>
                <a:spcPts val="281"/>
              </a:spcBef>
              <a:spcAft>
                <a:spcPts val="601"/>
              </a:spcAft>
              <a:buClr>
                <a:srgbClr val="1cade4"/>
              </a:buClr>
              <a:buSzPct val="92000"/>
              <a:buFont typeface="Wingdings 2" charset="2"/>
              <a:buChar char=""/>
            </a:pPr>
            <a:r>
              <a:rPr b="1" lang="en-IN" sz="1400" spc="-1" strike="noStrike" u="sng">
                <a:solidFill>
                  <a:schemeClr val="dk1">
                    <a:lumMod val="75000"/>
                    <a:lumOff val="25000"/>
                  </a:schemeClr>
                </a:solidFill>
                <a:uFillTx/>
                <a:latin typeface="Franklin Gothic Book"/>
                <a:ea typeface="Franklin Gothic Book"/>
              </a:rPr>
              <a:t>IBM Cloud Watsonx AI runtime</a:t>
            </a:r>
            <a:endParaRPr b="1" lang="en-US" sz="1400" spc="-1" strike="noStrike" u="sng">
              <a:solidFill>
                <a:schemeClr val="dk1">
                  <a:lumMod val="75000"/>
                  <a:lumOff val="25000"/>
                </a:schemeClr>
              </a:solidFill>
              <a:uFillTx/>
              <a:latin typeface="Franklin Gothic Book"/>
            </a:endParaRPr>
          </a:p>
          <a:p>
            <a:pPr marL="305280" indent="-305280" defTabSz="457200">
              <a:lnSpc>
                <a:spcPct val="110000"/>
              </a:lnSpc>
              <a:spcBef>
                <a:spcPts val="281"/>
              </a:spcBef>
              <a:spcAft>
                <a:spcPts val="601"/>
              </a:spcAft>
              <a:buClr>
                <a:srgbClr val="1cade4"/>
              </a:buClr>
              <a:buSzPct val="92000"/>
              <a:buFont typeface="Wingdings 2" charset="2"/>
              <a:buChar char=""/>
            </a:pPr>
            <a:r>
              <a:rPr b="1" lang="en-IN" sz="1400" spc="-1" strike="noStrike" u="sng">
                <a:solidFill>
                  <a:schemeClr val="dk1">
                    <a:lumMod val="75000"/>
                    <a:lumOff val="25000"/>
                  </a:schemeClr>
                </a:solidFill>
                <a:uFillTx/>
                <a:latin typeface="Franklin Gothic Book"/>
                <a:ea typeface="Franklin Gothic Book"/>
              </a:rPr>
              <a:t>IBM Cloud Agent Lab</a:t>
            </a:r>
            <a:endParaRPr b="1" lang="en-US" sz="1400" spc="-1" strike="noStrike" u="sng">
              <a:solidFill>
                <a:schemeClr val="dk1">
                  <a:lumMod val="75000"/>
                  <a:lumOff val="25000"/>
                </a:schemeClr>
              </a:solidFill>
              <a:uFillTx/>
              <a:latin typeface="Franklin Gothic Book"/>
            </a:endParaRPr>
          </a:p>
          <a:p>
            <a:pPr marL="305280" indent="-305280" defTabSz="457200">
              <a:lnSpc>
                <a:spcPct val="110000"/>
              </a:lnSpc>
              <a:spcBef>
                <a:spcPts val="281"/>
              </a:spcBef>
              <a:spcAft>
                <a:spcPts val="601"/>
              </a:spcAft>
              <a:buClr>
                <a:srgbClr val="1cade4"/>
              </a:buClr>
              <a:buSzPct val="92000"/>
              <a:buFont typeface="Wingdings 2" charset="2"/>
              <a:buChar char=""/>
            </a:pPr>
            <a:r>
              <a:rPr b="1" lang="en-IN" sz="1400" spc="-1" strike="noStrike" u="sng">
                <a:solidFill>
                  <a:schemeClr val="dk1">
                    <a:lumMod val="75000"/>
                    <a:lumOff val="25000"/>
                  </a:schemeClr>
                </a:solidFill>
                <a:uFillTx/>
                <a:latin typeface="Franklin Gothic Book"/>
                <a:ea typeface="Franklin Gothic Book"/>
              </a:rPr>
              <a:t>IBM Granite foundation model</a:t>
            </a:r>
            <a:endParaRPr b="1" lang="en-US" sz="1400" spc="-1" strike="noStrike" u="sng">
              <a:solidFill>
                <a:schemeClr val="dk1">
                  <a:lumMod val="75000"/>
                  <a:lumOff val="25000"/>
                </a:schemeClr>
              </a:solidFill>
              <a:uFillTx/>
              <a:latin typeface="Franklin Gothic Book"/>
            </a:endParaRPr>
          </a:p>
          <a:p>
            <a:pPr indent="0" defTabSz="457200">
              <a:lnSpc>
                <a:spcPct val="110000"/>
              </a:lnSpc>
              <a:spcBef>
                <a:spcPts val="340"/>
              </a:spcBef>
              <a:spcAft>
                <a:spcPts val="601"/>
              </a:spcAft>
              <a:buNone/>
            </a:pPr>
            <a:endParaRPr b="1" lang="en-US" sz="1700" spc="-1" strike="noStrike" u="sng">
              <a:solidFill>
                <a:schemeClr val="dk1">
                  <a:lumMod val="75000"/>
                  <a:lumOff val="25000"/>
                </a:schemeClr>
              </a:solidFill>
              <a:uFillTx/>
              <a:latin typeface="Franklin Gothic Book"/>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Result</a:t>
            </a:r>
            <a:endParaRPr b="0" lang="en-US" sz="4400" spc="-1" strike="noStrike">
              <a:solidFill>
                <a:schemeClr val="dk1"/>
              </a:solidFill>
              <a:latin typeface="Franklin Gothic Book"/>
            </a:endParaRPr>
          </a:p>
        </p:txBody>
      </p:sp>
      <p:pic>
        <p:nvPicPr>
          <p:cNvPr id="132" name="" descr=""/>
          <p:cNvPicPr/>
          <p:nvPr/>
        </p:nvPicPr>
        <p:blipFill>
          <a:blip r:embed="rId1"/>
          <a:stretch/>
        </p:blipFill>
        <p:spPr>
          <a:xfrm>
            <a:off x="685800" y="1371600"/>
            <a:ext cx="10515600" cy="48006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Result</a:t>
            </a:r>
            <a:endParaRPr b="0" lang="en-US" sz="4400" spc="-1" strike="noStrike">
              <a:solidFill>
                <a:schemeClr val="dk1"/>
              </a:solidFill>
              <a:latin typeface="Franklin Gothic Book"/>
            </a:endParaRPr>
          </a:p>
        </p:txBody>
      </p:sp>
      <p:pic>
        <p:nvPicPr>
          <p:cNvPr id="134" name="" descr=""/>
          <p:cNvPicPr/>
          <p:nvPr/>
        </p:nvPicPr>
        <p:blipFill>
          <a:blip r:embed="rId1"/>
          <a:stretch/>
        </p:blipFill>
        <p:spPr>
          <a:xfrm>
            <a:off x="511920" y="1302120"/>
            <a:ext cx="11098440" cy="46728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Result</a:t>
            </a:r>
            <a:endParaRPr b="0" lang="en-US" sz="4400" spc="-1" strike="noStrike">
              <a:solidFill>
                <a:schemeClr val="dk1"/>
              </a:solidFill>
              <a:latin typeface="Franklin Gothic Book"/>
            </a:endParaRPr>
          </a:p>
        </p:txBody>
      </p:sp>
      <p:pic>
        <p:nvPicPr>
          <p:cNvPr id="136" name="" descr=""/>
          <p:cNvPicPr/>
          <p:nvPr/>
        </p:nvPicPr>
        <p:blipFill>
          <a:blip r:embed="rId1"/>
          <a:stretch/>
        </p:blipFill>
        <p:spPr>
          <a:xfrm>
            <a:off x="511920" y="1302120"/>
            <a:ext cx="11098440" cy="46728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Result</a:t>
            </a:r>
            <a:endParaRPr b="0" lang="en-US" sz="4400" spc="-1" strike="noStrike">
              <a:solidFill>
                <a:schemeClr val="dk1"/>
              </a:solidFill>
              <a:latin typeface="Franklin Gothic Book"/>
            </a:endParaRPr>
          </a:p>
        </p:txBody>
      </p:sp>
      <p:pic>
        <p:nvPicPr>
          <p:cNvPr id="138" name="" descr=""/>
          <p:cNvPicPr/>
          <p:nvPr/>
        </p:nvPicPr>
        <p:blipFill>
          <a:blip r:embed="rId1"/>
          <a:stretch/>
        </p:blipFill>
        <p:spPr>
          <a:xfrm>
            <a:off x="511920" y="1302120"/>
            <a:ext cx="11098440" cy="46728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Result</a:t>
            </a:r>
            <a:endParaRPr b="0" lang="en-US" sz="4400" spc="-1" strike="noStrike">
              <a:solidFill>
                <a:schemeClr val="dk1"/>
              </a:solidFill>
              <a:latin typeface="Franklin Gothic Book"/>
            </a:endParaRPr>
          </a:p>
        </p:txBody>
      </p:sp>
      <p:pic>
        <p:nvPicPr>
          <p:cNvPr id="140" name="" descr=""/>
          <p:cNvPicPr/>
          <p:nvPr/>
        </p:nvPicPr>
        <p:blipFill>
          <a:blip r:embed="rId1"/>
          <a:stretch/>
        </p:blipFill>
        <p:spPr>
          <a:xfrm>
            <a:off x="511920" y="1302120"/>
            <a:ext cx="11098440" cy="46728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Result</a:t>
            </a:r>
            <a:endParaRPr b="0" lang="en-US" sz="4400" spc="-1" strike="noStrike">
              <a:solidFill>
                <a:schemeClr val="dk1"/>
              </a:solidFill>
              <a:latin typeface="Franklin Gothic Book"/>
            </a:endParaRPr>
          </a:p>
        </p:txBody>
      </p:sp>
      <p:pic>
        <p:nvPicPr>
          <p:cNvPr id="142" name="" descr=""/>
          <p:cNvPicPr/>
          <p:nvPr/>
        </p:nvPicPr>
        <p:blipFill>
          <a:blip r:embed="rId1"/>
          <a:stretch/>
        </p:blipFill>
        <p:spPr>
          <a:xfrm>
            <a:off x="511920" y="1302120"/>
            <a:ext cx="11098440" cy="46728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Conclusion</a:t>
            </a:r>
            <a:endParaRPr b="0" lang="en-US" sz="4400" spc="-1" strike="noStrike">
              <a:solidFill>
                <a:schemeClr val="dk1"/>
              </a:solidFill>
              <a:latin typeface="Franklin Gothic Book"/>
            </a:endParaRPr>
          </a:p>
        </p:txBody>
      </p:sp>
      <p:sp>
        <p:nvSpPr>
          <p:cNvPr id="144" name="PlaceHolder 2"/>
          <p:cNvSpPr>
            <a:spLocks noGrp="1"/>
          </p:cNvSpPr>
          <p:nvPr>
            <p:ph/>
          </p:nvPr>
        </p:nvSpPr>
        <p:spPr>
          <a:xfrm>
            <a:off x="581040" y="1302120"/>
            <a:ext cx="11029320" cy="4672800"/>
          </a:xfrm>
          <a:prstGeom prst="rect">
            <a:avLst/>
          </a:prstGeom>
          <a:noFill/>
          <a:ln w="0">
            <a:noFill/>
          </a:ln>
        </p:spPr>
        <p:txBody>
          <a:bodyPr lIns="91440" rIns="91440" tIns="45720" bIns="45720" anchor="ctr">
            <a:normAutofit/>
          </a:bodyPr>
          <a:p>
            <a:pPr marL="305280" indent="-305280" defTabSz="457200">
              <a:lnSpc>
                <a:spcPct val="110000"/>
              </a:lnSpc>
              <a:spcBef>
                <a:spcPts val="1191"/>
              </a:spcBef>
              <a:spcAft>
                <a:spcPts val="992"/>
              </a:spcAft>
              <a:buClr>
                <a:srgbClr val="1cade4"/>
              </a:buClr>
              <a:buSzPct val="92000"/>
              <a:buFont typeface="Wingdings 2" charset="2"/>
              <a:buChar char=""/>
            </a:pPr>
            <a:r>
              <a:rPr b="0" lang="en-IN" sz="2000" spc="-1" strike="noStrike">
                <a:solidFill>
                  <a:srgbClr val="0f0f0f"/>
                </a:solidFill>
                <a:latin typeface="Franklin Gothic Book"/>
                <a:ea typeface="Franklin Gothic Book"/>
              </a:rPr>
              <a:t>This project uses cloud-based data analysis and machine learning to study maternal health and track progress toward SDG 3.1. By analyzing key maternal health indicators, the system helps understand factors influencing maternal mortality and supports better planning and decision-making in public health.</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600" spc="-1" strike="noStrike">
                <a:solidFill>
                  <a:srgbClr val="0f0f0f"/>
                </a:solidFill>
                <a:latin typeface="Franklin Gothic Book"/>
                <a:ea typeface="Franklin Gothic Book"/>
              </a:rPr>
              <a:t>The system analyzes maternal health data to assess SDG 3.1 progress.</a:t>
            </a:r>
            <a:endParaRPr b="0" lang="en-US" sz="16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600" spc="-1" strike="noStrike">
                <a:solidFill>
                  <a:srgbClr val="0f0f0f"/>
                </a:solidFill>
                <a:latin typeface="Franklin Gothic Book"/>
                <a:ea typeface="Franklin Gothic Book"/>
              </a:rPr>
              <a:t>Machine learning automation reduces manual analysis effort.</a:t>
            </a:r>
            <a:endParaRPr b="0" lang="en-US" sz="16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600" spc="-1" strike="noStrike">
                <a:solidFill>
                  <a:srgbClr val="0f0f0f"/>
                </a:solidFill>
                <a:latin typeface="Franklin Gothic Book"/>
                <a:ea typeface="Franklin Gothic Book"/>
              </a:rPr>
              <a:t>The approach improves accuracy and efficiency in maternal health analysis.</a:t>
            </a:r>
            <a:endParaRPr b="0" lang="en-US" sz="16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1600" spc="-1" strike="noStrike">
                <a:solidFill>
                  <a:srgbClr val="0f0f0f"/>
                </a:solidFill>
                <a:latin typeface="Franklin Gothic Book"/>
                <a:ea typeface="Franklin Gothic Book"/>
              </a:rPr>
              <a:t>Cloud deployment enables easy access and scalability.</a:t>
            </a:r>
            <a:endParaRPr b="0" lang="en-US" sz="16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Git-hub Link</a:t>
            </a:r>
            <a:endParaRPr b="0" lang="en-US" sz="4400" spc="-1" strike="noStrike">
              <a:solidFill>
                <a:schemeClr val="dk1"/>
              </a:solidFill>
              <a:latin typeface="Franklin Gothic Book"/>
            </a:endParaRPr>
          </a:p>
        </p:txBody>
      </p:sp>
      <p:sp>
        <p:nvSpPr>
          <p:cNvPr id="146" name="PlaceHolder 2"/>
          <p:cNvSpPr>
            <a:spLocks noGrp="1"/>
          </p:cNvSpPr>
          <p:nvPr>
            <p:ph/>
          </p:nvPr>
        </p:nvSpPr>
        <p:spPr>
          <a:xfrm>
            <a:off x="581040" y="1302120"/>
            <a:ext cx="11029320" cy="4672800"/>
          </a:xfrm>
          <a:prstGeom prst="rect">
            <a:avLst/>
          </a:prstGeom>
          <a:noFill/>
          <a:ln w="0">
            <a:noFill/>
          </a:ln>
        </p:spPr>
        <p:txBody>
          <a:bodyPr lIns="91440" rIns="91440" tIns="45720" bIns="45720" anchor="ctr">
            <a:normAutofit/>
          </a:bodyPr>
          <a:p>
            <a:pPr marL="305280" indent="-305280" defTabSz="457200">
              <a:lnSpc>
                <a:spcPct val="110000"/>
              </a:lnSpc>
              <a:spcBef>
                <a:spcPts val="1191"/>
              </a:spcBef>
              <a:spcAft>
                <a:spcPts val="992"/>
              </a:spcAft>
              <a:buClr>
                <a:srgbClr val="1cade4"/>
              </a:buClr>
              <a:buSzPct val="92000"/>
              <a:buFont typeface="Wingdings 2" charset="2"/>
              <a:buChar char=""/>
            </a:pPr>
            <a:r>
              <a:rPr b="0" lang="en-IN" sz="1900" spc="-1" strike="noStrike">
                <a:solidFill>
                  <a:srgbClr val="0f0f0f"/>
                </a:solidFill>
                <a:latin typeface="Franklin Gothic Book"/>
                <a:ea typeface="Franklin Gothic Book"/>
              </a:rPr>
              <a:t>https://github.com/cry-wizard/SDG-3.1-Maternal-Mortality-Analysis-IBM-Cloud.git</a:t>
            </a:r>
            <a:endParaRPr b="0" lang="en-US" sz="19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p:nvPr>
        </p:nvSpPr>
        <p:spPr>
          <a:xfrm>
            <a:off x="581040" y="1302120"/>
            <a:ext cx="11029320" cy="4672800"/>
          </a:xfrm>
          <a:prstGeom prst="rect">
            <a:avLst/>
          </a:prstGeom>
          <a:noFill/>
          <a:ln w="0">
            <a:noFill/>
          </a:ln>
        </p:spPr>
        <p:txBody>
          <a:bodyPr lIns="91440" rIns="91440" tIns="45720" bIns="45720" anchor="ctr">
            <a:noAutofit/>
          </a:bodyPr>
          <a:p>
            <a:pPr indent="0" defTabSz="457200">
              <a:lnSpc>
                <a:spcPct val="110000"/>
              </a:lnSpc>
              <a:spcBef>
                <a:spcPts val="400"/>
              </a:spcBef>
              <a:spcAft>
                <a:spcPts val="601"/>
              </a:spcAft>
              <a:buNone/>
              <a:tabLst>
                <a:tab algn="l" pos="0"/>
              </a:tabLst>
            </a:pP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0" lang="en-US" sz="2000" spc="-1" strike="noStrike">
                <a:solidFill>
                  <a:schemeClr val="dk1">
                    <a:lumMod val="75000"/>
                    <a:lumOff val="25000"/>
                  </a:schemeClr>
                </a:solidFill>
                <a:latin typeface="Franklin Gothic Book"/>
                <a:ea typeface="Franklin Gothic Book"/>
              </a:rPr>
              <a:t>Integration of real-time and more recent maternal health data</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0" lang="en-US" sz="2000" spc="-1" strike="noStrike">
                <a:solidFill>
                  <a:schemeClr val="dk1">
                    <a:lumMod val="75000"/>
                    <a:lumOff val="25000"/>
                  </a:schemeClr>
                </a:solidFill>
                <a:latin typeface="Franklin Gothic Book"/>
                <a:ea typeface="Franklin Gothic Book"/>
              </a:rPr>
              <a:t>Region-wise and country-wise comparative dashboards</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0" lang="en-US" sz="2000" spc="-1" strike="noStrike">
                <a:solidFill>
                  <a:schemeClr val="dk1">
                    <a:lumMod val="75000"/>
                    <a:lumOff val="25000"/>
                  </a:schemeClr>
                </a:solidFill>
                <a:latin typeface="Franklin Gothic Book"/>
                <a:ea typeface="Franklin Gothic Book"/>
              </a:rPr>
              <a:t>Advanced predictive models for improved accuracy</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0" lang="en-US" sz="2000" spc="-1" strike="noStrike">
                <a:solidFill>
                  <a:schemeClr val="dk1">
                    <a:lumMod val="75000"/>
                    <a:lumOff val="25000"/>
                  </a:schemeClr>
                </a:solidFill>
                <a:latin typeface="Franklin Gothic Book"/>
                <a:ea typeface="Franklin Gothic Book"/>
              </a:rPr>
              <a:t>AI-based policy recommendation support</a:t>
            </a:r>
            <a:endParaRPr b="0" lang="en-US" sz="20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tabLst>
                <a:tab algn="l" pos="0"/>
              </a:tabLst>
            </a:pPr>
            <a:r>
              <a:rPr b="0" lang="en-US" sz="2000" spc="-1" strike="noStrike">
                <a:solidFill>
                  <a:schemeClr val="dk1">
                    <a:lumMod val="75000"/>
                    <a:lumOff val="25000"/>
                  </a:schemeClr>
                </a:solidFill>
                <a:latin typeface="Franklin Gothic Book"/>
                <a:ea typeface="Franklin Gothic Book"/>
              </a:rPr>
              <a:t>Integration with public health monitoring systems</a:t>
            </a:r>
            <a:endParaRPr b="0" lang="en-US" sz="2000" spc="-1" strike="noStrike">
              <a:solidFill>
                <a:schemeClr val="dk1">
                  <a:lumMod val="75000"/>
                  <a:lumOff val="25000"/>
                </a:schemeClr>
              </a:solidFill>
              <a:latin typeface="Franklin Gothic Book"/>
            </a:endParaRPr>
          </a:p>
          <a:p>
            <a:pPr indent="0" defTabSz="457200">
              <a:lnSpc>
                <a:spcPct val="110000"/>
              </a:lnSpc>
              <a:spcBef>
                <a:spcPts val="340"/>
              </a:spcBef>
              <a:spcAft>
                <a:spcPts val="601"/>
              </a:spcAft>
              <a:buNone/>
              <a:tabLst>
                <a:tab algn="l" pos="0"/>
              </a:tabLst>
            </a:pPr>
            <a:endParaRPr b="0" lang="en-US" sz="1700" spc="-1" strike="noStrike">
              <a:solidFill>
                <a:schemeClr val="dk1">
                  <a:lumMod val="75000"/>
                  <a:lumOff val="25000"/>
                </a:schemeClr>
              </a:solidFill>
              <a:latin typeface="Franklin Gothic Book"/>
            </a:endParaRPr>
          </a:p>
        </p:txBody>
      </p:sp>
      <p:sp>
        <p:nvSpPr>
          <p:cNvPr id="148" name="Title 4"/>
          <p:cNvSpPr/>
          <p:nvPr/>
        </p:nvSpPr>
        <p:spPr>
          <a:xfrm>
            <a:off x="535680" y="844560"/>
            <a:ext cx="11029320" cy="529920"/>
          </a:xfrm>
          <a:prstGeom prst="rect">
            <a:avLst/>
          </a:prstGeom>
          <a:noFill/>
          <a:ln w="0">
            <a:noFill/>
          </a:ln>
        </p:spPr>
        <p:style>
          <a:lnRef idx="0"/>
          <a:fillRef idx="0"/>
          <a:effectRef idx="0"/>
          <a:fontRef idx="minor"/>
        </p:style>
        <p:txBody>
          <a:bodyPr anchor="b">
            <a:normAutofit fontScale="74983" lnSpcReduction="10000"/>
          </a:bodyPr>
          <a:p>
            <a:pPr defTabSz="457200">
              <a:lnSpc>
                <a:spcPct val="100000"/>
              </a:lnSpc>
            </a:pPr>
            <a:r>
              <a:rPr b="1" lang="en-US" sz="4400" spc="-1" strike="noStrike" cap="all">
                <a:solidFill>
                  <a:schemeClr val="accent1"/>
                </a:solidFill>
                <a:latin typeface="Arial"/>
              </a:rPr>
              <a:t>Future scope</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References</a:t>
            </a:r>
            <a:endParaRPr b="0" lang="en-US" sz="4400" spc="-1" strike="noStrike">
              <a:solidFill>
                <a:schemeClr val="dk1"/>
              </a:solidFill>
              <a:latin typeface="Franklin Gothic Book"/>
            </a:endParaRPr>
          </a:p>
        </p:txBody>
      </p:sp>
      <p:sp>
        <p:nvSpPr>
          <p:cNvPr id="150" name="PlaceHolder 2"/>
          <p:cNvSpPr>
            <a:spLocks noGrp="1"/>
          </p:cNvSpPr>
          <p:nvPr>
            <p:ph/>
          </p:nvPr>
        </p:nvSpPr>
        <p:spPr>
          <a:xfrm>
            <a:off x="581040" y="1302120"/>
            <a:ext cx="11029320" cy="4672800"/>
          </a:xfrm>
          <a:prstGeom prst="rect">
            <a:avLst/>
          </a:prstGeom>
          <a:noFill/>
          <a:ln w="0">
            <a:noFill/>
          </a:ln>
        </p:spPr>
        <p:txBody>
          <a:bodyPr lIns="91440" rIns="91440" tIns="45720" bIns="45720" anchor="ctr">
            <a:normAutofit/>
          </a:bodyPr>
          <a:p>
            <a:pPr marL="305280" indent="-305280" defTabSz="457200">
              <a:lnSpc>
                <a:spcPct val="110000"/>
              </a:lnSpc>
              <a:spcBef>
                <a:spcPts val="1191"/>
              </a:spcBef>
              <a:spcAft>
                <a:spcPts val="992"/>
              </a:spcAft>
              <a:buClr>
                <a:srgbClr val="1cade4"/>
              </a:buClr>
              <a:buSzPct val="92000"/>
              <a:buFont typeface="Wingdings 2" charset="2"/>
              <a:buChar char=""/>
            </a:pPr>
            <a:r>
              <a:rPr b="0" lang="en-IN" sz="2400" spc="-1" strike="noStrike">
                <a:solidFill>
                  <a:srgbClr val="0f0f0f"/>
                </a:solidFill>
                <a:latin typeface="Franklin Gothic Book"/>
                <a:ea typeface="Franklin Gothic Book"/>
              </a:rPr>
              <a:t>AI Kosh – SDG National Indicator Framework Dataset</a:t>
            </a:r>
            <a:endParaRPr b="0" lang="en-US" sz="2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2400" spc="-1" strike="noStrike">
                <a:solidFill>
                  <a:srgbClr val="0f0f0f"/>
                </a:solidFill>
                <a:latin typeface="Franklin Gothic Book"/>
                <a:ea typeface="Franklin Gothic Book"/>
              </a:rPr>
              <a:t>United Nations Sustainable Development Goals (SDG 3.1)</a:t>
            </a:r>
            <a:endParaRPr b="0" lang="en-US" sz="2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2400" spc="-1" strike="noStrike">
                <a:solidFill>
                  <a:srgbClr val="0f0f0f"/>
                </a:solidFill>
                <a:latin typeface="Franklin Gothic Book"/>
                <a:ea typeface="Franklin Gothic Book"/>
              </a:rPr>
              <a:t>IBM Cloud and IBM watsonx.ai Studio Documentation</a:t>
            </a:r>
            <a:endParaRPr b="0" lang="en-US" sz="2400" spc="-1" strike="noStrike">
              <a:solidFill>
                <a:schemeClr val="dk1">
                  <a:lumMod val="75000"/>
                  <a:lumOff val="25000"/>
                </a:schemeClr>
              </a:solidFill>
              <a:latin typeface="Franklin Gothic Book"/>
            </a:endParaRPr>
          </a:p>
          <a:p>
            <a:pPr marL="305280" indent="-305280" defTabSz="457200">
              <a:lnSpc>
                <a:spcPct val="110000"/>
              </a:lnSpc>
              <a:spcBef>
                <a:spcPts val="1191"/>
              </a:spcBef>
              <a:spcAft>
                <a:spcPts val="992"/>
              </a:spcAft>
              <a:buClr>
                <a:srgbClr val="1cade4"/>
              </a:buClr>
              <a:buSzPct val="92000"/>
              <a:buFont typeface="Wingdings 2" charset="2"/>
              <a:buChar char=""/>
            </a:pPr>
            <a:r>
              <a:rPr b="0" lang="en-IN" sz="2400" spc="-1" strike="noStrike">
                <a:solidFill>
                  <a:srgbClr val="0f0f0f"/>
                </a:solidFill>
                <a:latin typeface="Franklin Gothic Book"/>
                <a:ea typeface="Franklin Gothic Book"/>
              </a:rPr>
              <a:t>World Health Organization (WHO) Maternal Health Reports</a:t>
            </a:r>
            <a:endParaRPr b="0" lang="en-US" sz="2400" spc="-1" strike="noStrike">
              <a:solidFill>
                <a:schemeClr val="dk1">
                  <a:lumMod val="75000"/>
                  <a:lumOff val="25000"/>
                </a:schemeClr>
              </a:solidFill>
              <a:latin typeface="Franklin Gothic Book"/>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IBM CERTIFICATIONS</a:t>
            </a:r>
            <a:endParaRPr b="0" lang="en-US" sz="4400" spc="-1" strike="noStrike">
              <a:solidFill>
                <a:schemeClr val="dk1"/>
              </a:solidFill>
              <a:latin typeface="Franklin Gothic Book"/>
            </a:endParaRPr>
          </a:p>
        </p:txBody>
      </p:sp>
      <p:pic>
        <p:nvPicPr>
          <p:cNvPr id="152" name="" descr=""/>
          <p:cNvPicPr/>
          <p:nvPr/>
        </p:nvPicPr>
        <p:blipFill>
          <a:blip r:embed="rId1"/>
          <a:stretch/>
        </p:blipFill>
        <p:spPr>
          <a:xfrm>
            <a:off x="2057400" y="1302120"/>
            <a:ext cx="7061400" cy="54568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IBM CERTIFICATIONS</a:t>
            </a:r>
            <a:endParaRPr b="0" lang="en-US" sz="4400" spc="-1" strike="noStrike">
              <a:solidFill>
                <a:schemeClr val="dk1"/>
              </a:solidFill>
              <a:latin typeface="Franklin Gothic Book"/>
            </a:endParaRPr>
          </a:p>
        </p:txBody>
      </p:sp>
      <p:pic>
        <p:nvPicPr>
          <p:cNvPr id="154" name="" descr=""/>
          <p:cNvPicPr/>
          <p:nvPr/>
        </p:nvPicPr>
        <p:blipFill>
          <a:blip r:embed="rId1"/>
          <a:stretch/>
        </p:blipFill>
        <p:spPr>
          <a:xfrm>
            <a:off x="2520720" y="1302120"/>
            <a:ext cx="6598080" cy="50986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IBM CERTIFICATIONS</a:t>
            </a:r>
            <a:endParaRPr b="0" lang="en-US" sz="4400" spc="-1" strike="noStrike">
              <a:solidFill>
                <a:schemeClr val="dk1"/>
              </a:solidFill>
              <a:latin typeface="Franklin Gothic Book"/>
            </a:endParaRPr>
          </a:p>
        </p:txBody>
      </p:sp>
      <p:pic>
        <p:nvPicPr>
          <p:cNvPr id="156" name="" descr=""/>
          <p:cNvPicPr/>
          <p:nvPr/>
        </p:nvPicPr>
        <p:blipFill>
          <a:blip r:embed="rId1"/>
          <a:stretch/>
        </p:blipFill>
        <p:spPr>
          <a:xfrm>
            <a:off x="2224800" y="1302120"/>
            <a:ext cx="6894000" cy="532728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581040" y="702000"/>
            <a:ext cx="11029320" cy="529920"/>
          </a:xfrm>
          <a:prstGeom prst="rect">
            <a:avLst/>
          </a:prstGeom>
          <a:noFill/>
          <a:ln w="0">
            <a:noFill/>
          </a:ln>
        </p:spPr>
        <p:txBody>
          <a:bodyPr lIns="91440" rIns="91440" tIns="45720" bIns="45720" anchor="b">
            <a:normAutofit fontScale="74983" lnSpcReduction="10000"/>
          </a:bodyPr>
          <a:p>
            <a:pPr indent="0" defTabSz="457200">
              <a:lnSpc>
                <a:spcPct val="100000"/>
              </a:lnSpc>
              <a:buNone/>
            </a:pPr>
            <a:r>
              <a:rPr b="1" lang="en-US" sz="4400" spc="-1" strike="noStrike" cap="all">
                <a:solidFill>
                  <a:schemeClr val="accent1"/>
                </a:solidFill>
                <a:latin typeface="Arial"/>
                <a:ea typeface="Franklin Gothic Demi"/>
              </a:rPr>
              <a:t>IBM CERTIFICATIONS</a:t>
            </a:r>
            <a:endParaRPr b="0" lang="en-US" sz="4400" spc="-1" strike="noStrike">
              <a:solidFill>
                <a:schemeClr val="dk1"/>
              </a:solidFill>
              <a:latin typeface="Franklin Gothic Book"/>
            </a:endParaRPr>
          </a:p>
        </p:txBody>
      </p:sp>
      <p:pic>
        <p:nvPicPr>
          <p:cNvPr id="158" name="" descr=""/>
          <p:cNvPicPr/>
          <p:nvPr/>
        </p:nvPicPr>
        <p:blipFill>
          <a:blip r:embed="rId1"/>
          <a:stretch/>
        </p:blipFill>
        <p:spPr>
          <a:xfrm>
            <a:off x="2224800" y="1302120"/>
            <a:ext cx="6894000" cy="53272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1463040" y="2766240"/>
            <a:ext cx="9298440" cy="1325160"/>
          </a:xfrm>
          <a:prstGeom prst="rect">
            <a:avLst/>
          </a:prstGeom>
          <a:noFill/>
          <a:ln w="0">
            <a:noFill/>
          </a:ln>
        </p:spPr>
        <p:txBody>
          <a:bodyPr lIns="91440" rIns="91440" tIns="45720" bIns="45720" anchor="b">
            <a:noAutofit/>
          </a:bodyPr>
          <a:p>
            <a:pPr indent="0" algn="ctr" defTabSz="457200">
              <a:lnSpc>
                <a:spcPct val="100000"/>
              </a:lnSpc>
              <a:buNone/>
            </a:pPr>
            <a:r>
              <a:rPr b="1" lang="en-US" sz="2800" spc="-1" strike="noStrike" cap="all">
                <a:solidFill>
                  <a:srgbClr val="002060"/>
                </a:solidFill>
                <a:latin typeface="Arial"/>
              </a:rPr>
              <a:t>THANK YOU</a:t>
            </a:r>
            <a:endParaRPr b="0" lang="en-US" sz="2800" spc="-1" strike="noStrike">
              <a:solidFill>
                <a:schemeClr val="dk1"/>
              </a:solidFill>
              <a:latin typeface="Franklin Gothic Book"/>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pitchFamily="0" charset="1"/>
        <a:ea typeface=""/>
        <a:cs typeface=""/>
      </a:majorFont>
      <a:minorFont>
        <a:latin typeface="Franklin Gothic Book" panose="020B0502020104020203" pitchFamily="0" charset="1"/>
        <a:ea typeface=""/>
        <a:cs typeface=""/>
      </a:minorFont>
    </a:fontScheme>
    <a:fmtScheme>
      <a:fillStyleLst>
        <a:solidFill>
          <a:schemeClr val="phClr"/>
        </a:solidFill>
        <a:gradFill>
          <a:gsLst>
            <a:gs pos="0">
              <a:schemeClr val="phClr">
                <a:tint val="68000"/>
                <a:lumMod val="100000"/>
              </a:schemeClr>
            </a:gs>
            <a:gs pos="100000">
              <a:schemeClr val="phClr">
                <a:tint val="90000"/>
                <a:lumMod val="95000"/>
              </a:schemeClr>
            </a:gs>
          </a:gsLst>
          <a:lin ang="5400000" scaled="1"/>
          <a:tileRect l="0" t="0" r="0" b="0"/>
        </a:gradFill>
        <a:gradFill>
          <a:gsLst>
            <a:gs pos="0">
              <a:schemeClr val="phClr">
                <a:tint val="98000"/>
                <a:lumMod val="110000"/>
              </a:schemeClr>
            </a:gs>
            <a:gs pos="84000">
              <a:schemeClr val="phClr">
                <a:shade val="90000"/>
                <a:lumMod val="88000"/>
              </a:schemeClr>
            </a:gs>
          </a:gsLst>
          <a:lin ang="5400000" scaled="0"/>
          <a:tileRect l="0" t="0" r="0" b="0"/>
        </a:gradFill>
      </a:fillStyleLst>
      <a:lnStyleLst>
        <a:ln w="12700" cap="rnd" cmpd="sng" algn="ctr">
          <a:prstDash val="solid"/>
        </a:ln>
        <a:ln w="22225"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10000"/>
              </a:schemeClr>
            </a:gs>
            <a:gs pos="88000">
              <a:schemeClr val="phClr">
                <a:shade val="94000"/>
                <a:lumMod val="88000"/>
              </a:schemeClr>
            </a:gs>
          </a:gsLst>
          <a:lin ang="5400000" scaled="0"/>
          <a:tileRect l="0" t="0" r="0" b="0"/>
        </a:gradFill>
        <a:gradFill>
          <a:gsLst>
            <a:gs pos="0">
              <a:schemeClr val="phClr">
                <a:tint val="90000"/>
                <a:lumMod val="110000"/>
              </a:schemeClr>
            </a:gs>
            <a:gs pos="100000">
              <a:schemeClr val="phClr">
                <a:shade val="98000"/>
                <a:lumMod val="86000"/>
              </a:schemeClr>
            </a:gs>
          </a:gsLst>
          <a:path path="circle">
            <a:fillToRect l="50000" t="50000" r="100000" b="100000"/>
          </a:path>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2021-05-26T16:50:10Z</dcterms:created>
  <dc:creator>Vaibhav Ostwal</dc:creator>
  <dc:description/>
  <dc:language>en-US</dc:language>
  <cp:lastModifiedBy/>
  <dcterms:modified xsi:type="dcterms:W3CDTF">2026-02-06T13:13:21Z</dcterms:modified>
  <cp:revision>32</cp:revision>
  <dc:subject/>
  <dc:title>SkillsBuild Partner Update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PresentationFormat">
    <vt:lpwstr>Widescreen</vt:lpwstr>
  </property>
  <property fmtid="{D5CDD505-2E9C-101B-9397-08002B2CF9AE}" pid="4" name="Slides">
    <vt:i4>11</vt:i4>
  </property>
</Properties>
</file>